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16642122" r:id="rId2"/>
    <p:sldId id="258" r:id="rId3"/>
    <p:sldId id="16642351" r:id="rId4"/>
    <p:sldId id="16642352" r:id="rId5"/>
    <p:sldId id="2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7BDDF-A1DB-7889-422A-D092762A657E}" v="35" dt="2024-07-01T06:45:15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3789" autoAdjust="0"/>
  </p:normalViewPr>
  <p:slideViewPr>
    <p:cSldViewPr snapToGrid="0">
      <p:cViewPr varScale="1">
        <p:scale>
          <a:sx n="79" d="100"/>
          <a:sy n="79" d="100"/>
        </p:scale>
        <p:origin x="821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Parswani" userId="S::amitp@infopercept.com::cc666ec2-f83c-4a03-9dfb-65a232623181" providerId="AD" clId="Web-{D497BDDF-A1DB-7889-422A-D092762A657E}"/>
    <pc:docChg chg="addSld delSld modSld">
      <pc:chgData name="Amit Parswani" userId="S::amitp@infopercept.com::cc666ec2-f83c-4a03-9dfb-65a232623181" providerId="AD" clId="Web-{D497BDDF-A1DB-7889-422A-D092762A657E}" dt="2024-07-01T06:45:15.224" v="29"/>
      <pc:docMkLst>
        <pc:docMk/>
      </pc:docMkLst>
      <pc:sldChg chg="addSp delSp modSp">
        <pc:chgData name="Amit Parswani" userId="S::amitp@infopercept.com::cc666ec2-f83c-4a03-9dfb-65a232623181" providerId="AD" clId="Web-{D497BDDF-A1DB-7889-422A-D092762A657E}" dt="2024-07-01T06:45:15.224" v="29"/>
        <pc:sldMkLst>
          <pc:docMk/>
          <pc:sldMk cId="0" sldId="16642310"/>
        </pc:sldMkLst>
        <pc:graphicFrameChg chg="mod modGraphic">
          <ac:chgData name="Amit Parswani" userId="S::amitp@infopercept.com::cc666ec2-f83c-4a03-9dfb-65a232623181" providerId="AD" clId="Web-{D497BDDF-A1DB-7889-422A-D092762A657E}" dt="2024-07-01T06:45:12.599" v="27"/>
          <ac:graphicFrameMkLst>
            <pc:docMk/>
            <pc:sldMk cId="0" sldId="16642310"/>
            <ac:graphicFrameMk id="4" creationId="{00000000-0000-0000-0000-000000000000}"/>
          </ac:graphicFrameMkLst>
        </pc:graphicFrameChg>
        <pc:graphicFrameChg chg="add del mod">
          <ac:chgData name="Amit Parswani" userId="S::amitp@infopercept.com::cc666ec2-f83c-4a03-9dfb-65a232623181" providerId="AD" clId="Web-{D497BDDF-A1DB-7889-422A-D092762A657E}" dt="2024-07-01T06:45:15.224" v="29"/>
          <ac:graphicFrameMkLst>
            <pc:docMk/>
            <pc:sldMk cId="0" sldId="16642310"/>
            <ac:graphicFrameMk id="6" creationId="{29493A8A-D097-D593-C977-CFF0CD89DD88}"/>
          </ac:graphicFrameMkLst>
        </pc:graphicFrameChg>
        <pc:picChg chg="add del mod">
          <ac:chgData name="Amit Parswani" userId="S::amitp@infopercept.com::cc666ec2-f83c-4a03-9dfb-65a232623181" providerId="AD" clId="Web-{D497BDDF-A1DB-7889-422A-D092762A657E}" dt="2024-07-01T06:44:16.239" v="1"/>
          <ac:picMkLst>
            <pc:docMk/>
            <pc:sldMk cId="0" sldId="16642310"/>
            <ac:picMk id="2" creationId="{7E77C9C3-FD6A-2543-453A-430C20599D5B}"/>
          </ac:picMkLst>
        </pc:picChg>
      </pc:sldChg>
      <pc:sldChg chg="addSp delSp modSp new del">
        <pc:chgData name="Amit Parswani" userId="S::amitp@infopercept.com::cc666ec2-f83c-4a03-9dfb-65a232623181" providerId="AD" clId="Web-{D497BDDF-A1DB-7889-422A-D092762A657E}" dt="2024-07-01T06:45:04.771" v="19"/>
        <pc:sldMkLst>
          <pc:docMk/>
          <pc:sldMk cId="2960537121" sldId="16642311"/>
        </pc:sldMkLst>
        <pc:spChg chg="add del">
          <ac:chgData name="Amit Parswani" userId="S::amitp@infopercept.com::cc666ec2-f83c-4a03-9dfb-65a232623181" providerId="AD" clId="Web-{D497BDDF-A1DB-7889-422A-D092762A657E}" dt="2024-07-01T06:44:59.802" v="15"/>
          <ac:spMkLst>
            <pc:docMk/>
            <pc:sldMk cId="2960537121" sldId="16642311"/>
            <ac:spMk id="2" creationId="{F3EE0350-3C96-E718-AB20-0DAC111E2575}"/>
          </ac:spMkLst>
        </pc:spChg>
        <pc:picChg chg="add del mod">
          <ac:chgData name="Amit Parswani" userId="S::amitp@infopercept.com::cc666ec2-f83c-4a03-9dfb-65a232623181" providerId="AD" clId="Web-{D497BDDF-A1DB-7889-422A-D092762A657E}" dt="2024-07-01T06:45:03.333" v="18"/>
          <ac:picMkLst>
            <pc:docMk/>
            <pc:sldMk cId="2960537121" sldId="16642311"/>
            <ac:picMk id="3" creationId="{F89D01B2-531E-8B66-61F8-4EA47404E517}"/>
          </ac:picMkLst>
        </pc:picChg>
      </pc:sldChg>
      <pc:sldChg chg="addSp delSp modSp new del">
        <pc:chgData name="Amit Parswani" userId="S::amitp@infopercept.com::cc666ec2-f83c-4a03-9dfb-65a232623181" providerId="AD" clId="Web-{D497BDDF-A1DB-7889-422A-D092762A657E}" dt="2024-07-01T06:44:58.286" v="14"/>
        <pc:sldMkLst>
          <pc:docMk/>
          <pc:sldMk cId="549281642" sldId="16642312"/>
        </pc:sldMkLst>
        <pc:spChg chg="add del">
          <ac:chgData name="Amit Parswani" userId="S::amitp@infopercept.com::cc666ec2-f83c-4a03-9dfb-65a232623181" providerId="AD" clId="Web-{D497BDDF-A1DB-7889-422A-D092762A657E}" dt="2024-07-01T06:44:56.349" v="12"/>
          <ac:spMkLst>
            <pc:docMk/>
            <pc:sldMk cId="549281642" sldId="16642312"/>
            <ac:spMk id="2" creationId="{685D4043-BEF6-71A2-F6AA-6426AE600E58}"/>
          </ac:spMkLst>
        </pc:spChg>
        <pc:picChg chg="add del mod">
          <ac:chgData name="Amit Parswani" userId="S::amitp@infopercept.com::cc666ec2-f83c-4a03-9dfb-65a232623181" providerId="AD" clId="Web-{D497BDDF-A1DB-7889-422A-D092762A657E}" dt="2024-07-01T06:44:56.880" v="13"/>
          <ac:picMkLst>
            <pc:docMk/>
            <pc:sldMk cId="549281642" sldId="16642312"/>
            <ac:picMk id="3" creationId="{6A8FE1FD-37A0-9B79-C64D-0C17D0F765A1}"/>
          </ac:picMkLst>
        </pc:picChg>
      </pc:sldChg>
    </pc:docChg>
  </pc:docChgLst>
  <pc:docChgLst>
    <pc:chgData name="Bhavesh Panchal" userId="76d386b6-a076-4b10-88cc-905f587a56c8" providerId="ADAL" clId="{C1D721DC-1283-49F4-965E-323B8F0CCC43}"/>
    <pc:docChg chg="undo custSel modSld">
      <pc:chgData name="Bhavesh Panchal" userId="76d386b6-a076-4b10-88cc-905f587a56c8" providerId="ADAL" clId="{C1D721DC-1283-49F4-965E-323B8F0CCC43}" dt="2024-04-29T13:55:07.847" v="516" actId="20577"/>
      <pc:docMkLst>
        <pc:docMk/>
      </pc:docMkLst>
      <pc:sldChg chg="modSp mod">
        <pc:chgData name="Bhavesh Panchal" userId="76d386b6-a076-4b10-88cc-905f587a56c8" providerId="ADAL" clId="{C1D721DC-1283-49F4-965E-323B8F0CCC43}" dt="2024-04-29T13:33:03.608" v="143" actId="20577"/>
        <pc:sldMkLst>
          <pc:docMk/>
          <pc:sldMk cId="0" sldId="16641805"/>
        </pc:sldMkLst>
        <pc:spChg chg="mod">
          <ac:chgData name="Bhavesh Panchal" userId="76d386b6-a076-4b10-88cc-905f587a56c8" providerId="ADAL" clId="{C1D721DC-1283-49F4-965E-323B8F0CCC43}" dt="2024-04-29T13:33:03.608" v="143" actId="20577"/>
          <ac:spMkLst>
            <pc:docMk/>
            <pc:sldMk cId="0" sldId="16641805"/>
            <ac:spMk id="5" creationId="{00000000-0000-0000-0000-000000000000}"/>
          </ac:spMkLst>
        </pc:spChg>
        <pc:graphicFrameChg chg="mod modGraphic">
          <ac:chgData name="Bhavesh Panchal" userId="76d386b6-a076-4b10-88cc-905f587a56c8" providerId="ADAL" clId="{C1D721DC-1283-49F4-965E-323B8F0CCC43}" dt="2024-04-29T13:32:03.635" v="129" actId="20577"/>
          <ac:graphicFrameMkLst>
            <pc:docMk/>
            <pc:sldMk cId="0" sldId="16641805"/>
            <ac:graphicFrameMk id="6" creationId="{00000000-0000-0000-0000-000000000000}"/>
          </ac:graphicFrameMkLst>
        </pc:graphicFrameChg>
      </pc:sldChg>
      <pc:sldChg chg="modSp mod">
        <pc:chgData name="Bhavesh Panchal" userId="76d386b6-a076-4b10-88cc-905f587a56c8" providerId="ADAL" clId="{C1D721DC-1283-49F4-965E-323B8F0CCC43}" dt="2024-04-29T13:32:53.221" v="137" actId="20577"/>
        <pc:sldMkLst>
          <pc:docMk/>
          <pc:sldMk cId="0" sldId="16642122"/>
        </pc:sldMkLst>
        <pc:spChg chg="mod">
          <ac:chgData name="Bhavesh Panchal" userId="76d386b6-a076-4b10-88cc-905f587a56c8" providerId="ADAL" clId="{C1D721DC-1283-49F4-965E-323B8F0CCC43}" dt="2024-04-29T13:32:53.221" v="137" actId="20577"/>
          <ac:spMkLst>
            <pc:docMk/>
            <pc:sldMk cId="0" sldId="16642122"/>
            <ac:spMk id="36" creationId="{00000000-0000-0000-0000-000000000000}"/>
          </ac:spMkLst>
        </pc:spChg>
      </pc:sldChg>
      <pc:sldChg chg="modSp mod">
        <pc:chgData name="Bhavesh Panchal" userId="76d386b6-a076-4b10-88cc-905f587a56c8" providerId="ADAL" clId="{C1D721DC-1283-49F4-965E-323B8F0CCC43}" dt="2024-04-29T13:55:07.847" v="516" actId="20577"/>
        <pc:sldMkLst>
          <pc:docMk/>
          <pc:sldMk cId="0" sldId="16642310"/>
        </pc:sldMkLst>
        <pc:spChg chg="mod">
          <ac:chgData name="Bhavesh Panchal" userId="76d386b6-a076-4b10-88cc-905f587a56c8" providerId="ADAL" clId="{C1D721DC-1283-49F4-965E-323B8F0CCC43}" dt="2024-04-29T13:33:16.174" v="149" actId="20577"/>
          <ac:spMkLst>
            <pc:docMk/>
            <pc:sldMk cId="0" sldId="16642310"/>
            <ac:spMk id="3" creationId="{00000000-0000-0000-0000-000000000000}"/>
          </ac:spMkLst>
        </pc:spChg>
        <pc:graphicFrameChg chg="mod modGraphic">
          <ac:chgData name="Bhavesh Panchal" userId="76d386b6-a076-4b10-88cc-905f587a56c8" providerId="ADAL" clId="{C1D721DC-1283-49F4-965E-323B8F0CCC43}" dt="2024-04-29T13:55:07.847" v="516" actId="20577"/>
          <ac:graphicFrameMkLst>
            <pc:docMk/>
            <pc:sldMk cId="0" sldId="16642310"/>
            <ac:graphicFrameMk id="4" creationId="{00000000-0000-0000-0000-000000000000}"/>
          </ac:graphicFrameMkLst>
        </pc:graphicFrameChg>
      </pc:sldChg>
    </pc:docChg>
  </pc:docChgLst>
  <pc:docChgLst>
    <pc:chgData name="Amit Parswani" userId="cc666ec2-f83c-4a03-9dfb-65a232623181" providerId="ADAL" clId="{AF60592E-AA15-4430-B646-97FAF7F0EAFF}"/>
    <pc:docChg chg="addSld delSld modSld">
      <pc:chgData name="Amit Parswani" userId="cc666ec2-f83c-4a03-9dfb-65a232623181" providerId="ADAL" clId="{AF60592E-AA15-4430-B646-97FAF7F0EAFF}" dt="2024-07-01T06:46:48.958" v="14"/>
      <pc:docMkLst>
        <pc:docMk/>
      </pc:docMkLst>
      <pc:sldChg chg="modSp mod">
        <pc:chgData name="Amit Parswani" userId="cc666ec2-f83c-4a03-9dfb-65a232623181" providerId="ADAL" clId="{AF60592E-AA15-4430-B646-97FAF7F0EAFF}" dt="2024-07-01T06:46:48.958" v="14"/>
        <pc:sldMkLst>
          <pc:docMk/>
          <pc:sldMk cId="0" sldId="16642310"/>
        </pc:sldMkLst>
        <pc:spChg chg="mod">
          <ac:chgData name="Amit Parswani" userId="cc666ec2-f83c-4a03-9dfb-65a232623181" providerId="ADAL" clId="{AF60592E-AA15-4430-B646-97FAF7F0EAFF}" dt="2024-07-01T06:45:57.179" v="8" actId="20577"/>
          <ac:spMkLst>
            <pc:docMk/>
            <pc:sldMk cId="0" sldId="16642310"/>
            <ac:spMk id="3" creationId="{00000000-0000-0000-0000-000000000000}"/>
          </ac:spMkLst>
        </pc:spChg>
        <pc:graphicFrameChg chg="mod">
          <ac:chgData name="Amit Parswani" userId="cc666ec2-f83c-4a03-9dfb-65a232623181" providerId="ADAL" clId="{AF60592E-AA15-4430-B646-97FAF7F0EAFF}" dt="2024-07-01T06:46:48.958" v="14"/>
          <ac:graphicFrameMkLst>
            <pc:docMk/>
            <pc:sldMk cId="0" sldId="16642310"/>
            <ac:graphicFrameMk id="4" creationId="{00000000-0000-0000-0000-000000000000}"/>
          </ac:graphicFrameMkLst>
        </pc:graphicFrameChg>
      </pc:sldChg>
      <pc:sldChg chg="new del">
        <pc:chgData name="Amit Parswani" userId="cc666ec2-f83c-4a03-9dfb-65a232623181" providerId="ADAL" clId="{AF60592E-AA15-4430-B646-97FAF7F0EAFF}" dt="2024-07-01T06:46:04.846" v="11" actId="47"/>
        <pc:sldMkLst>
          <pc:docMk/>
          <pc:sldMk cId="3724404516" sldId="16642311"/>
        </pc:sldMkLst>
      </pc:sldChg>
      <pc:sldChg chg="add">
        <pc:chgData name="Amit Parswani" userId="cc666ec2-f83c-4a03-9dfb-65a232623181" providerId="ADAL" clId="{AF60592E-AA15-4430-B646-97FAF7F0EAFF}" dt="2024-07-01T06:46:02.789" v="10"/>
        <pc:sldMkLst>
          <pc:docMk/>
          <pc:sldMk cId="0" sldId="16642347"/>
        </pc:sldMkLst>
      </pc:sldChg>
      <pc:sldChg chg="modSp add del">
        <pc:chgData name="Amit Parswani" userId="cc666ec2-f83c-4a03-9dfb-65a232623181" providerId="ADAL" clId="{AF60592E-AA15-4430-B646-97FAF7F0EAFF}" dt="2024-07-01T06:46:41.703" v="13"/>
        <pc:sldMkLst>
          <pc:docMk/>
          <pc:sldMk cId="872776024" sldId="16642348"/>
        </pc:sldMkLst>
        <pc:graphicFrameChg chg="mod">
          <ac:chgData name="Amit Parswani" userId="cc666ec2-f83c-4a03-9dfb-65a232623181" providerId="ADAL" clId="{AF60592E-AA15-4430-B646-97FAF7F0EAFF}" dt="2024-07-01T06:46:39.760" v="12"/>
          <ac:graphicFrameMkLst>
            <pc:docMk/>
            <pc:sldMk cId="872776024" sldId="16642348"/>
            <ac:graphicFrameMk id="2" creationId="{00000000-0000-0000-0000-000000000000}"/>
          </ac:graphicFrameMkLst>
        </pc:graphicFrameChg>
        <pc:graphicFrameChg chg="mod">
          <ac:chgData name="Amit Parswani" userId="cc666ec2-f83c-4a03-9dfb-65a232623181" providerId="ADAL" clId="{AF60592E-AA15-4430-B646-97FAF7F0EAFF}" dt="2024-07-01T06:46:39.760" v="12"/>
          <ac:graphicFrameMkLst>
            <pc:docMk/>
            <pc:sldMk cId="872776024" sldId="16642348"/>
            <ac:graphicFrameMk id="4" creationId="{00000000-0000-0000-0000-000000000000}"/>
          </ac:graphicFrameMkLst>
        </pc:graphicFrameChg>
      </pc:sldChg>
    </pc:docChg>
  </pc:docChgLst>
  <pc:docChgLst>
    <pc:chgData name="Bhavesh Panchal" userId="76d386b6-a076-4b10-88cc-905f587a56c8" providerId="ADAL" clId="{E595212A-8462-4819-8F98-98B6AAE7E353}"/>
    <pc:docChg chg="undo custSel modSld">
      <pc:chgData name="Bhavesh Panchal" userId="76d386b6-a076-4b10-88cc-905f587a56c8" providerId="ADAL" clId="{E595212A-8462-4819-8F98-98B6AAE7E353}" dt="2024-05-30T13:28:09.971" v="1307" actId="20577"/>
      <pc:docMkLst>
        <pc:docMk/>
      </pc:docMkLst>
      <pc:sldChg chg="modSp mod">
        <pc:chgData name="Bhavesh Panchal" userId="76d386b6-a076-4b10-88cc-905f587a56c8" providerId="ADAL" clId="{E595212A-8462-4819-8F98-98B6AAE7E353}" dt="2024-05-30T12:38:46.430" v="450" actId="20577"/>
        <pc:sldMkLst>
          <pc:docMk/>
          <pc:sldMk cId="0" sldId="16641805"/>
        </pc:sldMkLst>
        <pc:spChg chg="mod">
          <ac:chgData name="Bhavesh Panchal" userId="76d386b6-a076-4b10-88cc-905f587a56c8" providerId="ADAL" clId="{E595212A-8462-4819-8F98-98B6AAE7E353}" dt="2024-05-30T12:03:10.367" v="5" actId="20577"/>
          <ac:spMkLst>
            <pc:docMk/>
            <pc:sldMk cId="0" sldId="16641805"/>
            <ac:spMk id="5" creationId="{00000000-0000-0000-0000-000000000000}"/>
          </ac:spMkLst>
        </pc:spChg>
        <pc:graphicFrameChg chg="mod modGraphic">
          <ac:chgData name="Bhavesh Panchal" userId="76d386b6-a076-4b10-88cc-905f587a56c8" providerId="ADAL" clId="{E595212A-8462-4819-8F98-98B6AAE7E353}" dt="2024-05-30T12:38:46.430" v="450" actId="20577"/>
          <ac:graphicFrameMkLst>
            <pc:docMk/>
            <pc:sldMk cId="0" sldId="16641805"/>
            <ac:graphicFrameMk id="6" creationId="{00000000-0000-0000-0000-000000000000}"/>
          </ac:graphicFrameMkLst>
        </pc:graphicFrameChg>
      </pc:sldChg>
      <pc:sldChg chg="modSp mod">
        <pc:chgData name="Bhavesh Panchal" userId="76d386b6-a076-4b10-88cc-905f587a56c8" providerId="ADAL" clId="{E595212A-8462-4819-8F98-98B6AAE7E353}" dt="2024-05-30T13:28:09.971" v="1307" actId="20577"/>
        <pc:sldMkLst>
          <pc:docMk/>
          <pc:sldMk cId="0" sldId="16642310"/>
        </pc:sldMkLst>
        <pc:spChg chg="mod">
          <ac:chgData name="Bhavesh Panchal" userId="76d386b6-a076-4b10-88cc-905f587a56c8" providerId="ADAL" clId="{E595212A-8462-4819-8F98-98B6AAE7E353}" dt="2024-05-30T12:03:19.281" v="11" actId="20577"/>
          <ac:spMkLst>
            <pc:docMk/>
            <pc:sldMk cId="0" sldId="16642310"/>
            <ac:spMk id="3" creationId="{00000000-0000-0000-0000-000000000000}"/>
          </ac:spMkLst>
        </pc:spChg>
        <pc:graphicFrameChg chg="mod modGraphic">
          <ac:chgData name="Bhavesh Panchal" userId="76d386b6-a076-4b10-88cc-905f587a56c8" providerId="ADAL" clId="{E595212A-8462-4819-8F98-98B6AAE7E353}" dt="2024-05-30T13:28:09.971" v="1307" actId="20577"/>
          <ac:graphicFrameMkLst>
            <pc:docMk/>
            <pc:sldMk cId="0" sldId="16642310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36A3B-FF60-2C4E-B62A-1AE6F3A6CAE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94467-3D7B-D740-B576-A777353F54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82d52f1ce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</a:p>
        </p:txBody>
      </p:sp>
      <p:sp>
        <p:nvSpPr>
          <p:cNvPr id="103" name="Google Shape;103;g1582d52f1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rvice Catalo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334964" y="1"/>
            <a:ext cx="9721850" cy="76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5951" y="6488724"/>
            <a:ext cx="107053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4DE9A8E2-2F70-C144-BDF2-6241EDBA1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_Empty" type="title">
  <p:cSld name="Master_Empt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6"/>
          <p:cNvSpPr txBox="1">
            <a:spLocks noGrp="1"/>
          </p:cNvSpPr>
          <p:nvPr>
            <p:ph type="sldNum" idx="12"/>
          </p:nvPr>
        </p:nvSpPr>
        <p:spPr>
          <a:xfrm>
            <a:off x="11328975" y="6519013"/>
            <a:ext cx="63495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4AFF"/>
              </a:buClr>
              <a:buSzPts val="3000"/>
              <a:buFont typeface="Proxima Nova"/>
              <a:buNone/>
              <a:defRPr sz="7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Google Shape;16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5" b="0" i="0">
              <a:latin typeface="Roboto" panose="02000000000000000000" pitchFamily="2" charset="0"/>
            </a:endParaRPr>
          </a:p>
        </p:txBody>
      </p:sp>
      <p:grpSp>
        <p:nvGrpSpPr>
          <p:cNvPr id="115" name="Group 114"/>
          <p:cNvGrpSpPr/>
          <p:nvPr userDrawn="1"/>
        </p:nvGrpSpPr>
        <p:grpSpPr>
          <a:xfrm>
            <a:off x="1645208" y="1602529"/>
            <a:ext cx="8901584" cy="4874803"/>
            <a:chOff x="5122572" y="1779395"/>
            <a:chExt cx="6570515" cy="3598232"/>
          </a:xfrm>
        </p:grpSpPr>
        <p:sp>
          <p:nvSpPr>
            <p:cNvPr id="79" name="Freeform: Shape 8"/>
            <p:cNvSpPr/>
            <p:nvPr userDrawn="1"/>
          </p:nvSpPr>
          <p:spPr>
            <a:xfrm>
              <a:off x="5122572" y="1779395"/>
              <a:ext cx="6570515" cy="3598232"/>
            </a:xfrm>
            <a:custGeom>
              <a:avLst/>
              <a:gdLst>
                <a:gd name="connsiteX0" fmla="*/ 596208 w 6570519"/>
                <a:gd name="connsiteY0" fmla="*/ 782038 h 3598363"/>
                <a:gd name="connsiteX1" fmla="*/ 622036 w 6570519"/>
                <a:gd name="connsiteY1" fmla="*/ 782038 h 3598363"/>
                <a:gd name="connsiteX2" fmla="*/ 677349 w 6570519"/>
                <a:gd name="connsiteY2" fmla="*/ 752556 h 3598363"/>
                <a:gd name="connsiteX3" fmla="*/ 679218 w 6570519"/>
                <a:gd name="connsiteY3" fmla="*/ 762722 h 3598363"/>
                <a:gd name="connsiteX4" fmla="*/ 635614 w 6570519"/>
                <a:gd name="connsiteY4" fmla="*/ 790220 h 3598363"/>
                <a:gd name="connsiteX5" fmla="*/ 681891 w 6570519"/>
                <a:gd name="connsiteY5" fmla="*/ 770413 h 3598363"/>
                <a:gd name="connsiteX6" fmla="*/ 709556 w 6570519"/>
                <a:gd name="connsiteY6" fmla="*/ 752327 h 3598363"/>
                <a:gd name="connsiteX7" fmla="*/ 718854 w 6570519"/>
                <a:gd name="connsiteY7" fmla="*/ 734240 h 3598363"/>
                <a:gd name="connsiteX8" fmla="*/ 759851 w 6570519"/>
                <a:gd name="connsiteY8" fmla="*/ 774135 h 3598363"/>
                <a:gd name="connsiteX9" fmla="*/ 766476 w 6570519"/>
                <a:gd name="connsiteY9" fmla="*/ 769183 h 3598363"/>
                <a:gd name="connsiteX10" fmla="*/ 777644 w 6570519"/>
                <a:gd name="connsiteY10" fmla="*/ 760017 h 3598363"/>
                <a:gd name="connsiteX11" fmla="*/ 781645 w 6570519"/>
                <a:gd name="connsiteY11" fmla="*/ 772659 h 3598363"/>
                <a:gd name="connsiteX12" fmla="*/ 799962 w 6570519"/>
                <a:gd name="connsiteY12" fmla="*/ 769183 h 3598363"/>
                <a:gd name="connsiteX13" fmla="*/ 804800 w 6570519"/>
                <a:gd name="connsiteY13" fmla="*/ 758787 h 3598363"/>
                <a:gd name="connsiteX14" fmla="*/ 815164 w 6570519"/>
                <a:gd name="connsiteY14" fmla="*/ 757541 h 3598363"/>
                <a:gd name="connsiteX15" fmla="*/ 873150 w 6570519"/>
                <a:gd name="connsiteY15" fmla="*/ 773889 h 3598363"/>
                <a:gd name="connsiteX16" fmla="*/ 925068 w 6570519"/>
                <a:gd name="connsiteY16" fmla="*/ 784547 h 3598363"/>
                <a:gd name="connsiteX17" fmla="*/ 950060 w 6570519"/>
                <a:gd name="connsiteY17" fmla="*/ 786039 h 3598363"/>
                <a:gd name="connsiteX18" fmla="*/ 962556 w 6570519"/>
                <a:gd name="connsiteY18" fmla="*/ 806355 h 3598363"/>
                <a:gd name="connsiteX19" fmla="*/ 941812 w 6570519"/>
                <a:gd name="connsiteY19" fmla="*/ 817505 h 3598363"/>
                <a:gd name="connsiteX20" fmla="*/ 989188 w 6570519"/>
                <a:gd name="connsiteY20" fmla="*/ 823703 h 3598363"/>
                <a:gd name="connsiteX21" fmla="*/ 1047141 w 6570519"/>
                <a:gd name="connsiteY21" fmla="*/ 816767 h 3598363"/>
                <a:gd name="connsiteX22" fmla="*/ 1071657 w 6570519"/>
                <a:gd name="connsiteY22" fmla="*/ 837821 h 3598363"/>
                <a:gd name="connsiteX23" fmla="*/ 1091286 w 6570519"/>
                <a:gd name="connsiteY23" fmla="*/ 860122 h 3598363"/>
                <a:gd name="connsiteX24" fmla="*/ 1089712 w 6570519"/>
                <a:gd name="connsiteY24" fmla="*/ 845512 h 3598363"/>
                <a:gd name="connsiteX25" fmla="*/ 1085711 w 6570519"/>
                <a:gd name="connsiteY25" fmla="*/ 818506 h 3598363"/>
                <a:gd name="connsiteX26" fmla="*/ 1081463 w 6570519"/>
                <a:gd name="connsiteY26" fmla="*/ 803896 h 3598363"/>
                <a:gd name="connsiteX27" fmla="*/ 1083038 w 6570519"/>
                <a:gd name="connsiteY27" fmla="*/ 791762 h 3598363"/>
                <a:gd name="connsiteX28" fmla="*/ 1120082 w 6570519"/>
                <a:gd name="connsiteY28" fmla="*/ 778382 h 3598363"/>
                <a:gd name="connsiteX29" fmla="*/ 1153060 w 6570519"/>
                <a:gd name="connsiteY29" fmla="*/ 801403 h 3598363"/>
                <a:gd name="connsiteX30" fmla="*/ 1191597 w 6570519"/>
                <a:gd name="connsiteY30" fmla="*/ 809848 h 3598363"/>
                <a:gd name="connsiteX31" fmla="*/ 1230462 w 6570519"/>
                <a:gd name="connsiteY31" fmla="*/ 811832 h 3598363"/>
                <a:gd name="connsiteX32" fmla="*/ 1252010 w 6570519"/>
                <a:gd name="connsiteY32" fmla="*/ 795976 h 3598363"/>
                <a:gd name="connsiteX33" fmla="*/ 1269311 w 6570519"/>
                <a:gd name="connsiteY33" fmla="*/ 780841 h 3598363"/>
                <a:gd name="connsiteX34" fmla="*/ 1296976 w 6570519"/>
                <a:gd name="connsiteY34" fmla="*/ 787056 h 3598363"/>
                <a:gd name="connsiteX35" fmla="*/ 1292433 w 6570519"/>
                <a:gd name="connsiteY35" fmla="*/ 810815 h 3598363"/>
                <a:gd name="connsiteX36" fmla="*/ 1315375 w 6570519"/>
                <a:gd name="connsiteY36" fmla="*/ 829164 h 3598363"/>
                <a:gd name="connsiteX37" fmla="*/ 1311374 w 6570519"/>
                <a:gd name="connsiteY37" fmla="*/ 811570 h 3598363"/>
                <a:gd name="connsiteX38" fmla="*/ 1312686 w 6570519"/>
                <a:gd name="connsiteY38" fmla="*/ 795222 h 3598363"/>
                <a:gd name="connsiteX39" fmla="*/ 1340088 w 6570519"/>
                <a:gd name="connsiteY39" fmla="*/ 777873 h 3598363"/>
                <a:gd name="connsiteX40" fmla="*/ 1333676 w 6570519"/>
                <a:gd name="connsiteY40" fmla="*/ 760279 h 3598363"/>
                <a:gd name="connsiteX41" fmla="*/ 1330741 w 6570519"/>
                <a:gd name="connsiteY41" fmla="*/ 752868 h 3598363"/>
                <a:gd name="connsiteX42" fmla="*/ 1350698 w 6570519"/>
                <a:gd name="connsiteY42" fmla="*/ 740471 h 3598363"/>
                <a:gd name="connsiteX43" fmla="*/ 1349632 w 6570519"/>
                <a:gd name="connsiteY43" fmla="*/ 737733 h 3598363"/>
                <a:gd name="connsiteX44" fmla="*/ 1324362 w 6570519"/>
                <a:gd name="connsiteY44" fmla="*/ 732043 h 3598363"/>
                <a:gd name="connsiteX45" fmla="*/ 1302010 w 6570519"/>
                <a:gd name="connsiteY45" fmla="*/ 719401 h 3598363"/>
                <a:gd name="connsiteX46" fmla="*/ 1299108 w 6570519"/>
                <a:gd name="connsiteY46" fmla="*/ 673325 h 3598363"/>
                <a:gd name="connsiteX47" fmla="*/ 1312882 w 6570519"/>
                <a:gd name="connsiteY47" fmla="*/ 655731 h 3598363"/>
                <a:gd name="connsiteX48" fmla="*/ 1309472 w 6570519"/>
                <a:gd name="connsiteY48" fmla="*/ 599505 h 3598363"/>
                <a:gd name="connsiteX49" fmla="*/ 1315326 w 6570519"/>
                <a:gd name="connsiteY49" fmla="*/ 562103 h 3598363"/>
                <a:gd name="connsiteX50" fmla="*/ 1328888 w 6570519"/>
                <a:gd name="connsiteY50" fmla="*/ 555642 h 3598363"/>
                <a:gd name="connsiteX51" fmla="*/ 1348304 w 6570519"/>
                <a:gd name="connsiteY51" fmla="*/ 535835 h 3598363"/>
                <a:gd name="connsiteX52" fmla="*/ 1394614 w 6570519"/>
                <a:gd name="connsiteY52" fmla="*/ 536064 h 3598363"/>
                <a:gd name="connsiteX53" fmla="*/ 1384463 w 6570519"/>
                <a:gd name="connsiteY53" fmla="*/ 545984 h 3598363"/>
                <a:gd name="connsiteX54" fmla="*/ 1370622 w 6570519"/>
                <a:gd name="connsiteY54" fmla="*/ 584879 h 3598363"/>
                <a:gd name="connsiteX55" fmla="*/ 1330987 w 6570519"/>
                <a:gd name="connsiteY55" fmla="*/ 593061 h 3598363"/>
                <a:gd name="connsiteX56" fmla="*/ 1336037 w 6570519"/>
                <a:gd name="connsiteY56" fmla="*/ 619559 h 3598363"/>
                <a:gd name="connsiteX57" fmla="*/ 1329954 w 6570519"/>
                <a:gd name="connsiteY57" fmla="*/ 639137 h 3598363"/>
                <a:gd name="connsiteX58" fmla="*/ 1356290 w 6570519"/>
                <a:gd name="connsiteY58" fmla="*/ 661929 h 3598363"/>
                <a:gd name="connsiteX59" fmla="*/ 1373066 w 6570519"/>
                <a:gd name="connsiteY59" fmla="*/ 695117 h 3598363"/>
                <a:gd name="connsiteX60" fmla="*/ 1363981 w 6570519"/>
                <a:gd name="connsiteY60" fmla="*/ 724107 h 3598363"/>
                <a:gd name="connsiteX61" fmla="*/ 1377313 w 6570519"/>
                <a:gd name="connsiteY61" fmla="*/ 727813 h 3598363"/>
                <a:gd name="connsiteX62" fmla="*/ 1398599 w 6570519"/>
                <a:gd name="connsiteY62" fmla="*/ 730043 h 3598363"/>
                <a:gd name="connsiteX63" fmla="*/ 1398008 w 6570519"/>
                <a:gd name="connsiteY63" fmla="*/ 745391 h 3598363"/>
                <a:gd name="connsiteX64" fmla="*/ 1399615 w 6570519"/>
                <a:gd name="connsiteY64" fmla="*/ 766707 h 3598363"/>
                <a:gd name="connsiteX65" fmla="*/ 1407339 w 6570519"/>
                <a:gd name="connsiteY65" fmla="*/ 780825 h 3598363"/>
                <a:gd name="connsiteX66" fmla="*/ 1421442 w 6570519"/>
                <a:gd name="connsiteY66" fmla="*/ 748129 h 3598363"/>
                <a:gd name="connsiteX67" fmla="*/ 1429396 w 6570519"/>
                <a:gd name="connsiteY67" fmla="*/ 733273 h 3598363"/>
                <a:gd name="connsiteX68" fmla="*/ 1449615 w 6570519"/>
                <a:gd name="connsiteY68" fmla="*/ 751130 h 3598363"/>
                <a:gd name="connsiteX69" fmla="*/ 1444335 w 6570519"/>
                <a:gd name="connsiteY69" fmla="*/ 775168 h 3598363"/>
                <a:gd name="connsiteX70" fmla="*/ 1444040 w 6570519"/>
                <a:gd name="connsiteY70" fmla="*/ 798944 h 3598363"/>
                <a:gd name="connsiteX71" fmla="*/ 1463751 w 6570519"/>
                <a:gd name="connsiteY71" fmla="*/ 808356 h 3598363"/>
                <a:gd name="connsiteX72" fmla="*/ 1481560 w 6570519"/>
                <a:gd name="connsiteY72" fmla="*/ 811570 h 3598363"/>
                <a:gd name="connsiteX73" fmla="*/ 1479149 w 6570519"/>
                <a:gd name="connsiteY73" fmla="*/ 789286 h 3598363"/>
                <a:gd name="connsiteX74" fmla="*/ 1493548 w 6570519"/>
                <a:gd name="connsiteY74" fmla="*/ 776890 h 3598363"/>
                <a:gd name="connsiteX75" fmla="*/ 1493761 w 6570519"/>
                <a:gd name="connsiteY75" fmla="*/ 757065 h 3598363"/>
                <a:gd name="connsiteX76" fmla="*/ 1507896 w 6570519"/>
                <a:gd name="connsiteY76" fmla="*/ 748145 h 3598363"/>
                <a:gd name="connsiteX77" fmla="*/ 1497532 w 6570519"/>
                <a:gd name="connsiteY77" fmla="*/ 724861 h 3598363"/>
                <a:gd name="connsiteX78" fmla="*/ 1525492 w 6570519"/>
                <a:gd name="connsiteY78" fmla="*/ 714465 h 3598363"/>
                <a:gd name="connsiteX79" fmla="*/ 1561652 w 6570519"/>
                <a:gd name="connsiteY79" fmla="*/ 730322 h 3598363"/>
                <a:gd name="connsiteX80" fmla="*/ 1570113 w 6570519"/>
                <a:gd name="connsiteY80" fmla="*/ 748670 h 3598363"/>
                <a:gd name="connsiteX81" fmla="*/ 1560044 w 6570519"/>
                <a:gd name="connsiteY81" fmla="*/ 760066 h 3598363"/>
                <a:gd name="connsiteX82" fmla="*/ 1552862 w 6570519"/>
                <a:gd name="connsiteY82" fmla="*/ 769478 h 3598363"/>
                <a:gd name="connsiteX83" fmla="*/ 1565948 w 6570519"/>
                <a:gd name="connsiteY83" fmla="*/ 798206 h 3598363"/>
                <a:gd name="connsiteX84" fmla="*/ 1553682 w 6570519"/>
                <a:gd name="connsiteY84" fmla="*/ 827918 h 3598363"/>
                <a:gd name="connsiteX85" fmla="*/ 1518834 w 6570519"/>
                <a:gd name="connsiteY85" fmla="*/ 840576 h 3598363"/>
                <a:gd name="connsiteX86" fmla="*/ 1500484 w 6570519"/>
                <a:gd name="connsiteY86" fmla="*/ 842281 h 3598363"/>
                <a:gd name="connsiteX87" fmla="*/ 1487185 w 6570519"/>
                <a:gd name="connsiteY87" fmla="*/ 837084 h 3598363"/>
                <a:gd name="connsiteX88" fmla="*/ 1470704 w 6570519"/>
                <a:gd name="connsiteY88" fmla="*/ 846496 h 3598363"/>
                <a:gd name="connsiteX89" fmla="*/ 1484266 w 6570519"/>
                <a:gd name="connsiteY89" fmla="*/ 858892 h 3598363"/>
                <a:gd name="connsiteX90" fmla="*/ 1461619 w 6570519"/>
                <a:gd name="connsiteY90" fmla="*/ 868550 h 3598363"/>
                <a:gd name="connsiteX91" fmla="*/ 1431544 w 6570519"/>
                <a:gd name="connsiteY91" fmla="*/ 866795 h 3598363"/>
                <a:gd name="connsiteX92" fmla="*/ 1387366 w 6570519"/>
                <a:gd name="connsiteY92" fmla="*/ 864090 h 3598363"/>
                <a:gd name="connsiteX93" fmla="*/ 1431872 w 6570519"/>
                <a:gd name="connsiteY93" fmla="*/ 885390 h 3598363"/>
                <a:gd name="connsiteX94" fmla="*/ 1472278 w 6570519"/>
                <a:gd name="connsiteY94" fmla="*/ 887866 h 3598363"/>
                <a:gd name="connsiteX95" fmla="*/ 1454699 w 6570519"/>
                <a:gd name="connsiteY95" fmla="*/ 918594 h 3598363"/>
                <a:gd name="connsiteX96" fmla="*/ 1428133 w 6570519"/>
                <a:gd name="connsiteY96" fmla="*/ 928498 h 3598363"/>
                <a:gd name="connsiteX97" fmla="*/ 1400468 w 6570519"/>
                <a:gd name="connsiteY97" fmla="*/ 937910 h 3598363"/>
                <a:gd name="connsiteX98" fmla="*/ 1359209 w 6570519"/>
                <a:gd name="connsiteY98" fmla="*/ 935926 h 3598363"/>
                <a:gd name="connsiteX99" fmla="*/ 1374640 w 6570519"/>
                <a:gd name="connsiteY99" fmla="*/ 943354 h 3598363"/>
                <a:gd name="connsiteX100" fmla="*/ 1395926 w 6570519"/>
                <a:gd name="connsiteY100" fmla="*/ 952290 h 3598363"/>
                <a:gd name="connsiteX101" fmla="*/ 1381265 w 6570519"/>
                <a:gd name="connsiteY101" fmla="*/ 961686 h 3598363"/>
                <a:gd name="connsiteX102" fmla="*/ 1364227 w 6570519"/>
                <a:gd name="connsiteY102" fmla="*/ 971344 h 3598363"/>
                <a:gd name="connsiteX103" fmla="*/ 1337628 w 6570519"/>
                <a:gd name="connsiteY103" fmla="*/ 1009008 h 3598363"/>
                <a:gd name="connsiteX104" fmla="*/ 1325428 w 6570519"/>
                <a:gd name="connsiteY104" fmla="*/ 1043426 h 3598363"/>
                <a:gd name="connsiteX105" fmla="*/ 1316375 w 6570519"/>
                <a:gd name="connsiteY105" fmla="*/ 1079352 h 3598363"/>
                <a:gd name="connsiteX106" fmla="*/ 1351731 w 6570519"/>
                <a:gd name="connsiteY106" fmla="*/ 1089010 h 3598363"/>
                <a:gd name="connsiteX107" fmla="*/ 1377002 w 6570519"/>
                <a:gd name="connsiteY107" fmla="*/ 1131380 h 3598363"/>
                <a:gd name="connsiteX108" fmla="*/ 1396418 w 6570519"/>
                <a:gd name="connsiteY108" fmla="*/ 1141284 h 3598363"/>
                <a:gd name="connsiteX109" fmla="*/ 1432364 w 6570519"/>
                <a:gd name="connsiteY109" fmla="*/ 1140300 h 3598363"/>
                <a:gd name="connsiteX110" fmla="*/ 1483184 w 6570519"/>
                <a:gd name="connsiteY110" fmla="*/ 1173488 h 3598363"/>
                <a:gd name="connsiteX111" fmla="*/ 1524656 w 6570519"/>
                <a:gd name="connsiteY111" fmla="*/ 1183146 h 3598363"/>
                <a:gd name="connsiteX112" fmla="*/ 1543892 w 6570519"/>
                <a:gd name="connsiteY112" fmla="*/ 1192148 h 3598363"/>
                <a:gd name="connsiteX113" fmla="*/ 1554485 w 6570519"/>
                <a:gd name="connsiteY113" fmla="*/ 1200740 h 3598363"/>
                <a:gd name="connsiteX114" fmla="*/ 1552321 w 6570519"/>
                <a:gd name="connsiteY114" fmla="*/ 1213858 h 3598363"/>
                <a:gd name="connsiteX115" fmla="*/ 1557421 w 6570519"/>
                <a:gd name="connsiteY115" fmla="*/ 1252768 h 3598363"/>
                <a:gd name="connsiteX116" fmla="*/ 1592186 w 6570519"/>
                <a:gd name="connsiteY116" fmla="*/ 1263492 h 3598363"/>
                <a:gd name="connsiteX117" fmla="*/ 1609290 w 6570519"/>
                <a:gd name="connsiteY117" fmla="*/ 1292892 h 3598363"/>
                <a:gd name="connsiteX118" fmla="*/ 1625262 w 6570519"/>
                <a:gd name="connsiteY118" fmla="*/ 1277036 h 3598363"/>
                <a:gd name="connsiteX119" fmla="*/ 1623901 w 6570519"/>
                <a:gd name="connsiteY119" fmla="*/ 1249046 h 3598363"/>
                <a:gd name="connsiteX120" fmla="*/ 1614078 w 6570519"/>
                <a:gd name="connsiteY120" fmla="*/ 1206709 h 3598363"/>
                <a:gd name="connsiteX121" fmla="*/ 1621917 w 6570519"/>
                <a:gd name="connsiteY121" fmla="*/ 1190836 h 3598363"/>
                <a:gd name="connsiteX122" fmla="*/ 1631067 w 6570519"/>
                <a:gd name="connsiteY122" fmla="*/ 1176718 h 3598363"/>
                <a:gd name="connsiteX123" fmla="*/ 1649123 w 6570519"/>
                <a:gd name="connsiteY123" fmla="*/ 1171766 h 3598363"/>
                <a:gd name="connsiteX124" fmla="*/ 1657371 w 6570519"/>
                <a:gd name="connsiteY124" fmla="*/ 1137103 h 3598363"/>
                <a:gd name="connsiteX125" fmla="*/ 1652861 w 6570519"/>
                <a:gd name="connsiteY125" fmla="*/ 1105637 h 3598363"/>
                <a:gd name="connsiteX126" fmla="*/ 1635348 w 6570519"/>
                <a:gd name="connsiteY126" fmla="*/ 1074154 h 3598363"/>
                <a:gd name="connsiteX127" fmla="*/ 1637217 w 6570519"/>
                <a:gd name="connsiteY127" fmla="*/ 1054592 h 3598363"/>
                <a:gd name="connsiteX128" fmla="*/ 1640120 w 6570519"/>
                <a:gd name="connsiteY128" fmla="*/ 1039474 h 3598363"/>
                <a:gd name="connsiteX129" fmla="*/ 1634036 w 6570519"/>
                <a:gd name="connsiteY129" fmla="*/ 1015436 h 3598363"/>
                <a:gd name="connsiteX130" fmla="*/ 1634544 w 6570519"/>
                <a:gd name="connsiteY130" fmla="*/ 982231 h 3598363"/>
                <a:gd name="connsiteX131" fmla="*/ 1627115 w 6570519"/>
                <a:gd name="connsiteY131" fmla="*/ 968868 h 3598363"/>
                <a:gd name="connsiteX132" fmla="*/ 1671769 w 6570519"/>
                <a:gd name="connsiteY132" fmla="*/ 968605 h 3598363"/>
                <a:gd name="connsiteX133" fmla="*/ 1703173 w 6570519"/>
                <a:gd name="connsiteY133" fmla="*/ 966621 h 3598363"/>
                <a:gd name="connsiteX134" fmla="*/ 1728443 w 6570519"/>
                <a:gd name="connsiteY134" fmla="*/ 978526 h 3598363"/>
                <a:gd name="connsiteX135" fmla="*/ 1748122 w 6570519"/>
                <a:gd name="connsiteY135" fmla="*/ 991660 h 3598363"/>
                <a:gd name="connsiteX136" fmla="*/ 1767275 w 6570519"/>
                <a:gd name="connsiteY136" fmla="*/ 1003794 h 3598363"/>
                <a:gd name="connsiteX137" fmla="*/ 1789922 w 6570519"/>
                <a:gd name="connsiteY137" fmla="*/ 1008500 h 3598363"/>
                <a:gd name="connsiteX138" fmla="*/ 1783543 w 6570519"/>
                <a:gd name="connsiteY138" fmla="*/ 1027586 h 3598363"/>
                <a:gd name="connsiteX139" fmla="*/ 1782182 w 6570519"/>
                <a:gd name="connsiteY139" fmla="*/ 1058790 h 3598363"/>
                <a:gd name="connsiteX140" fmla="*/ 1790431 w 6570519"/>
                <a:gd name="connsiteY140" fmla="*/ 1065726 h 3598363"/>
                <a:gd name="connsiteX141" fmla="*/ 1823113 w 6570519"/>
                <a:gd name="connsiteY141" fmla="*/ 1083550 h 3598363"/>
                <a:gd name="connsiteX142" fmla="*/ 1845498 w 6570519"/>
                <a:gd name="connsiteY142" fmla="*/ 1075613 h 3598363"/>
                <a:gd name="connsiteX143" fmla="*/ 1856665 w 6570519"/>
                <a:gd name="connsiteY143" fmla="*/ 1064480 h 3598363"/>
                <a:gd name="connsiteX144" fmla="*/ 1866488 w 6570519"/>
                <a:gd name="connsiteY144" fmla="*/ 1063233 h 3598363"/>
                <a:gd name="connsiteX145" fmla="*/ 1863815 w 6570519"/>
                <a:gd name="connsiteY145" fmla="*/ 1047886 h 3598363"/>
                <a:gd name="connsiteX146" fmla="*/ 1879525 w 6570519"/>
                <a:gd name="connsiteY146" fmla="*/ 1023585 h 3598363"/>
                <a:gd name="connsiteX147" fmla="*/ 1896055 w 6570519"/>
                <a:gd name="connsiteY147" fmla="*/ 1040441 h 3598363"/>
                <a:gd name="connsiteX148" fmla="*/ 1926639 w 6570519"/>
                <a:gd name="connsiteY148" fmla="*/ 1098389 h 3598363"/>
                <a:gd name="connsiteX149" fmla="*/ 1932722 w 6570519"/>
                <a:gd name="connsiteY149" fmla="*/ 1121689 h 3598363"/>
                <a:gd name="connsiteX150" fmla="*/ 1933313 w 6570519"/>
                <a:gd name="connsiteY150" fmla="*/ 1142235 h 3598363"/>
                <a:gd name="connsiteX151" fmla="*/ 1952221 w 6570519"/>
                <a:gd name="connsiteY151" fmla="*/ 1164043 h 3598363"/>
                <a:gd name="connsiteX152" fmla="*/ 1952729 w 6570519"/>
                <a:gd name="connsiteY152" fmla="*/ 1174685 h 3598363"/>
                <a:gd name="connsiteX153" fmla="*/ 1977754 w 6570519"/>
                <a:gd name="connsiteY153" fmla="*/ 1174210 h 3598363"/>
                <a:gd name="connsiteX154" fmla="*/ 2004090 w 6570519"/>
                <a:gd name="connsiteY154" fmla="*/ 1188327 h 3598363"/>
                <a:gd name="connsiteX155" fmla="*/ 2000859 w 6570519"/>
                <a:gd name="connsiteY155" fmla="*/ 1200215 h 3598363"/>
                <a:gd name="connsiteX156" fmla="*/ 1978262 w 6570519"/>
                <a:gd name="connsiteY156" fmla="*/ 1209381 h 3598363"/>
                <a:gd name="connsiteX157" fmla="*/ 1966799 w 6570519"/>
                <a:gd name="connsiteY157" fmla="*/ 1221515 h 3598363"/>
                <a:gd name="connsiteX158" fmla="*/ 1972145 w 6570519"/>
                <a:gd name="connsiteY158" fmla="*/ 1227205 h 3598363"/>
                <a:gd name="connsiteX159" fmla="*/ 1999547 w 6570519"/>
                <a:gd name="connsiteY159" fmla="*/ 1213841 h 3598363"/>
                <a:gd name="connsiteX160" fmla="*/ 2009370 w 6570519"/>
                <a:gd name="connsiteY160" fmla="*/ 1212595 h 3598363"/>
                <a:gd name="connsiteX161" fmla="*/ 2035198 w 6570519"/>
                <a:gd name="connsiteY161" fmla="*/ 1219285 h 3598363"/>
                <a:gd name="connsiteX162" fmla="*/ 2040249 w 6570519"/>
                <a:gd name="connsiteY162" fmla="*/ 1235141 h 3598363"/>
                <a:gd name="connsiteX163" fmla="*/ 2039446 w 6570519"/>
                <a:gd name="connsiteY163" fmla="*/ 1254211 h 3598363"/>
                <a:gd name="connsiteX164" fmla="*/ 2028278 w 6570519"/>
                <a:gd name="connsiteY164" fmla="*/ 1275757 h 3598363"/>
                <a:gd name="connsiteX165" fmla="*/ 1996874 w 6570519"/>
                <a:gd name="connsiteY165" fmla="*/ 1287399 h 3598363"/>
                <a:gd name="connsiteX166" fmla="*/ 1963896 w 6570519"/>
                <a:gd name="connsiteY166" fmla="*/ 1308437 h 3598363"/>
                <a:gd name="connsiteX167" fmla="*/ 1932493 w 6570519"/>
                <a:gd name="connsiteY167" fmla="*/ 1316619 h 3598363"/>
                <a:gd name="connsiteX168" fmla="*/ 1918423 w 6570519"/>
                <a:gd name="connsiteY168" fmla="*/ 1310667 h 3598363"/>
                <a:gd name="connsiteX169" fmla="*/ 1897645 w 6570519"/>
                <a:gd name="connsiteY169" fmla="*/ 1318603 h 3598363"/>
                <a:gd name="connsiteX170" fmla="*/ 1841742 w 6570519"/>
                <a:gd name="connsiteY170" fmla="*/ 1323801 h 3598363"/>
                <a:gd name="connsiteX171" fmla="*/ 1829804 w 6570519"/>
                <a:gd name="connsiteY171" fmla="*/ 1343363 h 3598363"/>
                <a:gd name="connsiteX172" fmla="*/ 1811962 w 6570519"/>
                <a:gd name="connsiteY172" fmla="*/ 1350791 h 3598363"/>
                <a:gd name="connsiteX173" fmla="*/ 1779788 w 6570519"/>
                <a:gd name="connsiteY173" fmla="*/ 1387455 h 3598363"/>
                <a:gd name="connsiteX174" fmla="*/ 1753451 w 6570519"/>
                <a:gd name="connsiteY174" fmla="*/ 1418659 h 3598363"/>
                <a:gd name="connsiteX175" fmla="*/ 1780017 w 6570519"/>
                <a:gd name="connsiteY175" fmla="*/ 1398834 h 3598363"/>
                <a:gd name="connsiteX176" fmla="*/ 1829804 w 6570519"/>
                <a:gd name="connsiteY176" fmla="*/ 1360203 h 3598363"/>
                <a:gd name="connsiteX177" fmla="*/ 1865963 w 6570519"/>
                <a:gd name="connsiteY177" fmla="*/ 1344576 h 3598363"/>
                <a:gd name="connsiteX178" fmla="*/ 1883543 w 6570519"/>
                <a:gd name="connsiteY178" fmla="*/ 1360695 h 3598363"/>
                <a:gd name="connsiteX179" fmla="*/ 1870801 w 6570519"/>
                <a:gd name="connsiteY179" fmla="*/ 1378043 h 3598363"/>
                <a:gd name="connsiteX180" fmla="*/ 1850548 w 6570519"/>
                <a:gd name="connsiteY180" fmla="*/ 1381503 h 3598363"/>
                <a:gd name="connsiteX181" fmla="*/ 1864651 w 6570519"/>
                <a:gd name="connsiteY181" fmla="*/ 1394637 h 3598363"/>
                <a:gd name="connsiteX182" fmla="*/ 1871244 w 6570519"/>
                <a:gd name="connsiteY182" fmla="*/ 1409001 h 3598363"/>
                <a:gd name="connsiteX183" fmla="*/ 1883231 w 6570519"/>
                <a:gd name="connsiteY183" fmla="*/ 1432039 h 3598363"/>
                <a:gd name="connsiteX184" fmla="*/ 1922145 w 6570519"/>
                <a:gd name="connsiteY184" fmla="*/ 1445648 h 3598363"/>
                <a:gd name="connsiteX185" fmla="*/ 1932509 w 6570519"/>
                <a:gd name="connsiteY185" fmla="*/ 1449125 h 3598363"/>
                <a:gd name="connsiteX186" fmla="*/ 1939938 w 6570519"/>
                <a:gd name="connsiteY186" fmla="*/ 1432022 h 3598363"/>
                <a:gd name="connsiteX187" fmla="*/ 1948433 w 6570519"/>
                <a:gd name="connsiteY187" fmla="*/ 1414428 h 3598363"/>
                <a:gd name="connsiteX188" fmla="*/ 1957255 w 6570519"/>
                <a:gd name="connsiteY188" fmla="*/ 1416658 h 3598363"/>
                <a:gd name="connsiteX189" fmla="*/ 1946301 w 6570519"/>
                <a:gd name="connsiteY189" fmla="*/ 1447141 h 3598363"/>
                <a:gd name="connsiteX190" fmla="*/ 1941496 w 6570519"/>
                <a:gd name="connsiteY190" fmla="*/ 1458520 h 3598363"/>
                <a:gd name="connsiteX191" fmla="*/ 1918095 w 6570519"/>
                <a:gd name="connsiteY191" fmla="*/ 1471408 h 3598363"/>
                <a:gd name="connsiteX192" fmla="*/ 1893365 w 6570519"/>
                <a:gd name="connsiteY192" fmla="*/ 1481558 h 3598363"/>
                <a:gd name="connsiteX193" fmla="*/ 1876360 w 6570519"/>
                <a:gd name="connsiteY193" fmla="*/ 1490232 h 3598363"/>
                <a:gd name="connsiteX194" fmla="*/ 1854041 w 6570519"/>
                <a:gd name="connsiteY194" fmla="*/ 1506826 h 3598363"/>
                <a:gd name="connsiteX195" fmla="*/ 1851073 w 6570519"/>
                <a:gd name="connsiteY195" fmla="*/ 1495922 h 3598363"/>
                <a:gd name="connsiteX196" fmla="*/ 1869686 w 6570519"/>
                <a:gd name="connsiteY196" fmla="*/ 1472392 h 3598363"/>
                <a:gd name="connsiteX197" fmla="*/ 1888036 w 6570519"/>
                <a:gd name="connsiteY197" fmla="*/ 1468932 h 3598363"/>
                <a:gd name="connsiteX198" fmla="*/ 1896826 w 6570519"/>
                <a:gd name="connsiteY198" fmla="*/ 1461013 h 3598363"/>
                <a:gd name="connsiteX199" fmla="*/ 1883789 w 6570519"/>
                <a:gd name="connsiteY199" fmla="*/ 1456798 h 3598363"/>
                <a:gd name="connsiteX200" fmla="*/ 1881657 w 6570519"/>
                <a:gd name="connsiteY200" fmla="*/ 1447386 h 3598363"/>
                <a:gd name="connsiteX201" fmla="*/ 1872310 w 6570519"/>
                <a:gd name="connsiteY201" fmla="*/ 1452355 h 3598363"/>
                <a:gd name="connsiteX202" fmla="*/ 1854468 w 6570519"/>
                <a:gd name="connsiteY202" fmla="*/ 1460291 h 3598363"/>
                <a:gd name="connsiteX203" fmla="*/ 1850515 w 6570519"/>
                <a:gd name="connsiteY203" fmla="*/ 1464735 h 3598363"/>
                <a:gd name="connsiteX204" fmla="*/ 1836150 w 6570519"/>
                <a:gd name="connsiteY204" fmla="*/ 1467211 h 3598363"/>
                <a:gd name="connsiteX205" fmla="*/ 1818817 w 6570519"/>
                <a:gd name="connsiteY205" fmla="*/ 1483313 h 3598363"/>
                <a:gd name="connsiteX206" fmla="*/ 1808190 w 6570519"/>
                <a:gd name="connsiteY206" fmla="*/ 1487773 h 3598363"/>
                <a:gd name="connsiteX207" fmla="*/ 1800499 w 6570519"/>
                <a:gd name="connsiteY207" fmla="*/ 1486035 h 3598363"/>
                <a:gd name="connsiteX208" fmla="*/ 1789365 w 6570519"/>
                <a:gd name="connsiteY208" fmla="*/ 1495955 h 3598363"/>
                <a:gd name="connsiteX209" fmla="*/ 1770457 w 6570519"/>
                <a:gd name="connsiteY209" fmla="*/ 1526683 h 3598363"/>
                <a:gd name="connsiteX210" fmla="*/ 1771260 w 6570519"/>
                <a:gd name="connsiteY210" fmla="*/ 1560871 h 3598363"/>
                <a:gd name="connsiteX211" fmla="*/ 1757961 w 6570519"/>
                <a:gd name="connsiteY211" fmla="*/ 1561363 h 3598363"/>
                <a:gd name="connsiteX212" fmla="*/ 1739578 w 6570519"/>
                <a:gd name="connsiteY212" fmla="*/ 1574989 h 3598363"/>
                <a:gd name="connsiteX213" fmla="*/ 1709503 w 6570519"/>
                <a:gd name="connsiteY213" fmla="*/ 1586139 h 3598363"/>
                <a:gd name="connsiteX214" fmla="*/ 1703386 w 6570519"/>
                <a:gd name="connsiteY214" fmla="*/ 1604963 h 3598363"/>
                <a:gd name="connsiteX215" fmla="*/ 1691153 w 6570519"/>
                <a:gd name="connsiteY215" fmla="*/ 1633954 h 3598363"/>
                <a:gd name="connsiteX216" fmla="*/ 1686348 w 6570519"/>
                <a:gd name="connsiteY216" fmla="*/ 1619819 h 3598363"/>
                <a:gd name="connsiteX217" fmla="*/ 1680264 w 6570519"/>
                <a:gd name="connsiteY217" fmla="*/ 1608423 h 3598363"/>
                <a:gd name="connsiteX218" fmla="*/ 1681330 w 6570519"/>
                <a:gd name="connsiteY218" fmla="*/ 1625017 h 3598363"/>
                <a:gd name="connsiteX219" fmla="*/ 1686905 w 6570519"/>
                <a:gd name="connsiteY219" fmla="*/ 1651023 h 3598363"/>
                <a:gd name="connsiteX220" fmla="*/ 1674409 w 6570519"/>
                <a:gd name="connsiteY220" fmla="*/ 1674799 h 3598363"/>
                <a:gd name="connsiteX221" fmla="*/ 1675721 w 6570519"/>
                <a:gd name="connsiteY221" fmla="*/ 1661189 h 3598363"/>
                <a:gd name="connsiteX222" fmla="*/ 1669605 w 6570519"/>
                <a:gd name="connsiteY222" fmla="*/ 1649547 h 3598363"/>
                <a:gd name="connsiteX223" fmla="*/ 1671474 w 6570519"/>
                <a:gd name="connsiteY223" fmla="*/ 1623771 h 3598363"/>
                <a:gd name="connsiteX224" fmla="*/ 1662684 w 6570519"/>
                <a:gd name="connsiteY224" fmla="*/ 1627247 h 3598363"/>
                <a:gd name="connsiteX225" fmla="*/ 1661881 w 6570519"/>
                <a:gd name="connsiteY225" fmla="*/ 1661435 h 3598363"/>
                <a:gd name="connsiteX226" fmla="*/ 1662176 w 6570519"/>
                <a:gd name="connsiteY226" fmla="*/ 1685211 h 3598363"/>
                <a:gd name="connsiteX227" fmla="*/ 1658142 w 6570519"/>
                <a:gd name="connsiteY227" fmla="*/ 1709249 h 3598363"/>
                <a:gd name="connsiteX228" fmla="*/ 1668801 w 6570519"/>
                <a:gd name="connsiteY228" fmla="*/ 1715447 h 3598363"/>
                <a:gd name="connsiteX229" fmla="*/ 1660848 w 6570519"/>
                <a:gd name="connsiteY229" fmla="*/ 1721400 h 3598363"/>
                <a:gd name="connsiteX230" fmla="*/ 1661061 w 6570519"/>
                <a:gd name="connsiteY230" fmla="*/ 1730057 h 3598363"/>
                <a:gd name="connsiteX231" fmla="*/ 1664537 w 6570519"/>
                <a:gd name="connsiteY231" fmla="*/ 1732763 h 3598363"/>
                <a:gd name="connsiteX232" fmla="*/ 1652550 w 6570519"/>
                <a:gd name="connsiteY232" fmla="*/ 1741191 h 3598363"/>
                <a:gd name="connsiteX233" fmla="*/ 1640857 w 6570519"/>
                <a:gd name="connsiteY233" fmla="*/ 1744913 h 3598363"/>
                <a:gd name="connsiteX234" fmla="*/ 1628886 w 6570519"/>
                <a:gd name="connsiteY234" fmla="*/ 1760015 h 3598363"/>
                <a:gd name="connsiteX235" fmla="*/ 1616391 w 6570519"/>
                <a:gd name="connsiteY235" fmla="*/ 1767705 h 3598363"/>
                <a:gd name="connsiteX236" fmla="*/ 1603829 w 6570519"/>
                <a:gd name="connsiteY236" fmla="*/ 1779856 h 3598363"/>
                <a:gd name="connsiteX237" fmla="*/ 1577558 w 6570519"/>
                <a:gd name="connsiteY237" fmla="*/ 1802123 h 3598363"/>
                <a:gd name="connsiteX238" fmla="*/ 1568769 w 6570519"/>
                <a:gd name="connsiteY238" fmla="*/ 1829883 h 3598363"/>
                <a:gd name="connsiteX239" fmla="*/ 1585249 w 6570519"/>
                <a:gd name="connsiteY239" fmla="*/ 1898505 h 3598363"/>
                <a:gd name="connsiteX240" fmla="*/ 1595105 w 6570519"/>
                <a:gd name="connsiteY240" fmla="*/ 1925249 h 3598363"/>
                <a:gd name="connsiteX241" fmla="*/ 1584954 w 6570519"/>
                <a:gd name="connsiteY241" fmla="*/ 1949042 h 3598363"/>
                <a:gd name="connsiteX242" fmla="*/ 1568506 w 6570519"/>
                <a:gd name="connsiteY242" fmla="*/ 1939367 h 3598363"/>
                <a:gd name="connsiteX243" fmla="*/ 1559454 w 6570519"/>
                <a:gd name="connsiteY243" fmla="*/ 1917821 h 3598363"/>
                <a:gd name="connsiteX244" fmla="*/ 1551730 w 6570519"/>
                <a:gd name="connsiteY244" fmla="*/ 1893045 h 3598363"/>
                <a:gd name="connsiteX245" fmla="*/ 1545646 w 6570519"/>
                <a:gd name="connsiteY245" fmla="*/ 1862563 h 3598363"/>
                <a:gd name="connsiteX246" fmla="*/ 1520327 w 6570519"/>
                <a:gd name="connsiteY246" fmla="*/ 1845969 h 3598363"/>
                <a:gd name="connsiteX247" fmla="*/ 1503879 w 6570519"/>
                <a:gd name="connsiteY247" fmla="*/ 1846444 h 3598363"/>
                <a:gd name="connsiteX248" fmla="*/ 1469261 w 6570519"/>
                <a:gd name="connsiteY248" fmla="*/ 1842001 h 3598363"/>
                <a:gd name="connsiteX249" fmla="*/ 1424279 w 6570519"/>
                <a:gd name="connsiteY249" fmla="*/ 1842001 h 3598363"/>
                <a:gd name="connsiteX250" fmla="*/ 1413620 w 6570519"/>
                <a:gd name="connsiteY250" fmla="*/ 1848199 h 3598363"/>
                <a:gd name="connsiteX251" fmla="*/ 1421901 w 6570519"/>
                <a:gd name="connsiteY251" fmla="*/ 1856119 h 3598363"/>
                <a:gd name="connsiteX252" fmla="*/ 1430478 w 6570519"/>
                <a:gd name="connsiteY252" fmla="*/ 1867039 h 3598363"/>
                <a:gd name="connsiteX253" fmla="*/ 1417359 w 6570519"/>
                <a:gd name="connsiteY253" fmla="*/ 1862825 h 3598363"/>
                <a:gd name="connsiteX254" fmla="*/ 1401715 w 6570519"/>
                <a:gd name="connsiteY254" fmla="*/ 1866301 h 3598363"/>
                <a:gd name="connsiteX255" fmla="*/ 1386251 w 6570519"/>
                <a:gd name="connsiteY255" fmla="*/ 1858119 h 3598363"/>
                <a:gd name="connsiteX256" fmla="*/ 1370541 w 6570519"/>
                <a:gd name="connsiteY256" fmla="*/ 1855643 h 3598363"/>
                <a:gd name="connsiteX257" fmla="*/ 1348238 w 6570519"/>
                <a:gd name="connsiteY257" fmla="*/ 1849445 h 3598363"/>
                <a:gd name="connsiteX258" fmla="*/ 1298452 w 6570519"/>
                <a:gd name="connsiteY258" fmla="*/ 1879157 h 3598363"/>
                <a:gd name="connsiteX259" fmla="*/ 1271377 w 6570519"/>
                <a:gd name="connsiteY259" fmla="*/ 1907393 h 3598363"/>
                <a:gd name="connsiteX260" fmla="*/ 1278806 w 6570519"/>
                <a:gd name="connsiteY260" fmla="*/ 1928463 h 3598363"/>
                <a:gd name="connsiteX261" fmla="*/ 1282512 w 6570519"/>
                <a:gd name="connsiteY261" fmla="*/ 1945549 h 3598363"/>
                <a:gd name="connsiteX262" fmla="*/ 1266326 w 6570519"/>
                <a:gd name="connsiteY262" fmla="*/ 1978753 h 3598363"/>
                <a:gd name="connsiteX263" fmla="*/ 1272410 w 6570519"/>
                <a:gd name="connsiteY263" fmla="*/ 2022337 h 3598363"/>
                <a:gd name="connsiteX264" fmla="*/ 1297435 w 6570519"/>
                <a:gd name="connsiteY264" fmla="*/ 2059001 h 3598363"/>
                <a:gd name="connsiteX265" fmla="*/ 1316556 w 6570519"/>
                <a:gd name="connsiteY265" fmla="*/ 2076579 h 3598363"/>
                <a:gd name="connsiteX266" fmla="*/ 1327248 w 6570519"/>
                <a:gd name="connsiteY266" fmla="*/ 2083269 h 3598363"/>
                <a:gd name="connsiteX267" fmla="*/ 1339481 w 6570519"/>
                <a:gd name="connsiteY267" fmla="*/ 2084745 h 3598363"/>
                <a:gd name="connsiteX268" fmla="*/ 1364178 w 6570519"/>
                <a:gd name="connsiteY268" fmla="*/ 2078055 h 3598363"/>
                <a:gd name="connsiteX269" fmla="*/ 1382020 w 6570519"/>
                <a:gd name="connsiteY269" fmla="*/ 2082039 h 3598363"/>
                <a:gd name="connsiteX270" fmla="*/ 1386562 w 6570519"/>
                <a:gd name="connsiteY270" fmla="*/ 2081531 h 3598363"/>
                <a:gd name="connsiteX271" fmla="*/ 1390809 w 6570519"/>
                <a:gd name="connsiteY271" fmla="*/ 2070135 h 3598363"/>
                <a:gd name="connsiteX272" fmla="*/ 1403010 w 6570519"/>
                <a:gd name="connsiteY272" fmla="*/ 2047097 h 3598363"/>
                <a:gd name="connsiteX273" fmla="*/ 1413964 w 6570519"/>
                <a:gd name="connsiteY273" fmla="*/ 2023796 h 3598363"/>
                <a:gd name="connsiteX274" fmla="*/ 1461291 w 6570519"/>
                <a:gd name="connsiteY274" fmla="*/ 2019353 h 3598363"/>
                <a:gd name="connsiteX275" fmla="*/ 1466637 w 6570519"/>
                <a:gd name="connsiteY275" fmla="*/ 2038915 h 3598363"/>
                <a:gd name="connsiteX276" fmla="*/ 1459930 w 6570519"/>
                <a:gd name="connsiteY276" fmla="*/ 2056509 h 3598363"/>
                <a:gd name="connsiteX277" fmla="*/ 1456273 w 6570519"/>
                <a:gd name="connsiteY277" fmla="*/ 2067905 h 3598363"/>
                <a:gd name="connsiteX278" fmla="*/ 1451731 w 6570519"/>
                <a:gd name="connsiteY278" fmla="*/ 2069626 h 3598363"/>
                <a:gd name="connsiteX279" fmla="*/ 1441908 w 6570519"/>
                <a:gd name="connsiteY279" fmla="*/ 2078793 h 3598363"/>
                <a:gd name="connsiteX280" fmla="*/ 1445565 w 6570519"/>
                <a:gd name="connsiteY280" fmla="*/ 2089943 h 3598363"/>
                <a:gd name="connsiteX281" fmla="*/ 1444794 w 6570519"/>
                <a:gd name="connsiteY281" fmla="*/ 2105553 h 3598363"/>
                <a:gd name="connsiteX282" fmla="*/ 1425886 w 6570519"/>
                <a:gd name="connsiteY282" fmla="*/ 2125115 h 3598363"/>
                <a:gd name="connsiteX283" fmla="*/ 1442925 w 6570519"/>
                <a:gd name="connsiteY283" fmla="*/ 2129099 h 3598363"/>
                <a:gd name="connsiteX284" fmla="*/ 1475902 w 6570519"/>
                <a:gd name="connsiteY284" fmla="*/ 2134051 h 3598363"/>
                <a:gd name="connsiteX285" fmla="*/ 1521704 w 6570519"/>
                <a:gd name="connsiteY285" fmla="*/ 2137527 h 3598363"/>
                <a:gd name="connsiteX286" fmla="*/ 1532331 w 6570519"/>
                <a:gd name="connsiteY286" fmla="*/ 2156351 h 3598363"/>
                <a:gd name="connsiteX287" fmla="*/ 1533987 w 6570519"/>
                <a:gd name="connsiteY287" fmla="*/ 2192507 h 3598363"/>
                <a:gd name="connsiteX288" fmla="*/ 1522229 w 6570519"/>
                <a:gd name="connsiteY288" fmla="*/ 2224219 h 3598363"/>
                <a:gd name="connsiteX289" fmla="*/ 1546188 w 6570519"/>
                <a:gd name="connsiteY289" fmla="*/ 2251963 h 3598363"/>
                <a:gd name="connsiteX290" fmla="*/ 1578132 w 6570519"/>
                <a:gd name="connsiteY290" fmla="*/ 2266835 h 3598363"/>
                <a:gd name="connsiteX291" fmla="*/ 1621212 w 6570519"/>
                <a:gd name="connsiteY291" fmla="*/ 2257899 h 3598363"/>
                <a:gd name="connsiteX292" fmla="*/ 1652566 w 6570519"/>
                <a:gd name="connsiteY292" fmla="*/ 2279215 h 3598363"/>
                <a:gd name="connsiteX293" fmla="*/ 1665898 w 6570519"/>
                <a:gd name="connsiteY293" fmla="*/ 2249963 h 3598363"/>
                <a:gd name="connsiteX294" fmla="*/ 1691399 w 6570519"/>
                <a:gd name="connsiteY294" fmla="*/ 2222711 h 3598363"/>
                <a:gd name="connsiteX295" fmla="*/ 1734002 w 6570519"/>
                <a:gd name="connsiteY295" fmla="*/ 2208839 h 3598363"/>
                <a:gd name="connsiteX296" fmla="*/ 1765357 w 6570519"/>
                <a:gd name="connsiteY296" fmla="*/ 2207855 h 3598363"/>
                <a:gd name="connsiteX297" fmla="*/ 1834002 w 6570519"/>
                <a:gd name="connsiteY297" fmla="*/ 2219743 h 3598363"/>
                <a:gd name="connsiteX298" fmla="*/ 1921785 w 6570519"/>
                <a:gd name="connsiteY298" fmla="*/ 2237566 h 3598363"/>
                <a:gd name="connsiteX299" fmla="*/ 1962781 w 6570519"/>
                <a:gd name="connsiteY299" fmla="*/ 2279674 h 3598363"/>
                <a:gd name="connsiteX300" fmla="*/ 2010108 w 6570519"/>
                <a:gd name="connsiteY300" fmla="*/ 2317339 h 3598363"/>
                <a:gd name="connsiteX301" fmla="*/ 2080885 w 6570519"/>
                <a:gd name="connsiteY301" fmla="*/ 2336163 h 3598363"/>
                <a:gd name="connsiteX302" fmla="*/ 2108550 w 6570519"/>
                <a:gd name="connsiteY302" fmla="*/ 2369842 h 3598363"/>
                <a:gd name="connsiteX303" fmla="*/ 2136166 w 6570519"/>
                <a:gd name="connsiteY303" fmla="*/ 2392634 h 3598363"/>
                <a:gd name="connsiteX304" fmla="*/ 2166536 w 6570519"/>
                <a:gd name="connsiteY304" fmla="*/ 2426331 h 3598363"/>
                <a:gd name="connsiteX305" fmla="*/ 2187264 w 6570519"/>
                <a:gd name="connsiteY305" fmla="*/ 2456551 h 3598363"/>
                <a:gd name="connsiteX306" fmla="*/ 2320832 w 6570519"/>
                <a:gd name="connsiteY306" fmla="*/ 2496675 h 3598363"/>
                <a:gd name="connsiteX307" fmla="*/ 2383081 w 6570519"/>
                <a:gd name="connsiteY307" fmla="*/ 2534339 h 3598363"/>
                <a:gd name="connsiteX308" fmla="*/ 2411812 w 6570519"/>
                <a:gd name="connsiteY308" fmla="*/ 2535323 h 3598363"/>
                <a:gd name="connsiteX309" fmla="*/ 2416092 w 6570519"/>
                <a:gd name="connsiteY309" fmla="*/ 2571019 h 3598363"/>
                <a:gd name="connsiteX310" fmla="*/ 2419831 w 6570519"/>
                <a:gd name="connsiteY310" fmla="*/ 2595287 h 3598363"/>
                <a:gd name="connsiteX311" fmla="*/ 2388427 w 6570519"/>
                <a:gd name="connsiteY311" fmla="*/ 2640871 h 3598363"/>
                <a:gd name="connsiteX312" fmla="*/ 2355974 w 6570519"/>
                <a:gd name="connsiteY312" fmla="*/ 2665156 h 3598363"/>
                <a:gd name="connsiteX313" fmla="*/ 2346922 w 6570519"/>
                <a:gd name="connsiteY313" fmla="*/ 2675060 h 3598363"/>
                <a:gd name="connsiteX314" fmla="*/ 2340510 w 6570519"/>
                <a:gd name="connsiteY314" fmla="*/ 2702295 h 3598363"/>
                <a:gd name="connsiteX315" fmla="*/ 2338936 w 6570519"/>
                <a:gd name="connsiteY315" fmla="*/ 2738976 h 3598363"/>
                <a:gd name="connsiteX316" fmla="*/ 2335705 w 6570519"/>
                <a:gd name="connsiteY316" fmla="*/ 2811304 h 3598363"/>
                <a:gd name="connsiteX317" fmla="*/ 2292626 w 6570519"/>
                <a:gd name="connsiteY317" fmla="*/ 2827160 h 3598363"/>
                <a:gd name="connsiteX318" fmla="*/ 2252761 w 6570519"/>
                <a:gd name="connsiteY318" fmla="*/ 2877204 h 3598363"/>
                <a:gd name="connsiteX319" fmla="*/ 2200071 w 6570519"/>
                <a:gd name="connsiteY319" fmla="*/ 2904472 h 3598363"/>
                <a:gd name="connsiteX320" fmla="*/ 2181393 w 6570519"/>
                <a:gd name="connsiteY320" fmla="*/ 2931216 h 3598363"/>
                <a:gd name="connsiteX321" fmla="*/ 2161764 w 6570519"/>
                <a:gd name="connsiteY321" fmla="*/ 2990672 h 3598363"/>
                <a:gd name="connsiteX322" fmla="*/ 2118094 w 6570519"/>
                <a:gd name="connsiteY322" fmla="*/ 3041208 h 3598363"/>
                <a:gd name="connsiteX323" fmla="*/ 2064864 w 6570519"/>
                <a:gd name="connsiteY323" fmla="*/ 3106617 h 3598363"/>
                <a:gd name="connsiteX324" fmla="*/ 2049186 w 6570519"/>
                <a:gd name="connsiteY324" fmla="*/ 3124440 h 3598363"/>
                <a:gd name="connsiteX325" fmla="*/ 2013470 w 6570519"/>
                <a:gd name="connsiteY325" fmla="*/ 3122965 h 3598363"/>
                <a:gd name="connsiteX326" fmla="*/ 2015405 w 6570519"/>
                <a:gd name="connsiteY326" fmla="*/ 3131868 h 3598363"/>
                <a:gd name="connsiteX327" fmla="*/ 2012765 w 6570519"/>
                <a:gd name="connsiteY327" fmla="*/ 3160121 h 3598363"/>
                <a:gd name="connsiteX328" fmla="*/ 1975146 w 6570519"/>
                <a:gd name="connsiteY328" fmla="*/ 3175321 h 3598363"/>
                <a:gd name="connsiteX329" fmla="*/ 1948908 w 6570519"/>
                <a:gd name="connsiteY329" fmla="*/ 3171369 h 3598363"/>
                <a:gd name="connsiteX330" fmla="*/ 1934002 w 6570519"/>
                <a:gd name="connsiteY330" fmla="*/ 3197785 h 3598363"/>
                <a:gd name="connsiteX331" fmla="*/ 1905287 w 6570519"/>
                <a:gd name="connsiteY331" fmla="*/ 3210181 h 3598363"/>
                <a:gd name="connsiteX332" fmla="*/ 1914159 w 6570519"/>
                <a:gd name="connsiteY332" fmla="*/ 3259865 h 3598363"/>
                <a:gd name="connsiteX333" fmla="*/ 1855255 w 6570519"/>
                <a:gd name="connsiteY333" fmla="*/ 3327093 h 3598363"/>
                <a:gd name="connsiteX334" fmla="*/ 1843562 w 6570519"/>
                <a:gd name="connsiteY334" fmla="*/ 3349377 h 3598363"/>
                <a:gd name="connsiteX335" fmla="*/ 1852106 w 6570519"/>
                <a:gd name="connsiteY335" fmla="*/ 3387057 h 3598363"/>
                <a:gd name="connsiteX336" fmla="*/ 1840381 w 6570519"/>
                <a:gd name="connsiteY336" fmla="*/ 3409833 h 3598363"/>
                <a:gd name="connsiteX337" fmla="*/ 1811651 w 6570519"/>
                <a:gd name="connsiteY337" fmla="*/ 3441545 h 3598363"/>
                <a:gd name="connsiteX338" fmla="*/ 1790365 w 6570519"/>
                <a:gd name="connsiteY338" fmla="*/ 3476242 h 3598363"/>
                <a:gd name="connsiteX339" fmla="*/ 1804205 w 6570519"/>
                <a:gd name="connsiteY339" fmla="*/ 3537174 h 3598363"/>
                <a:gd name="connsiteX340" fmla="*/ 1854730 w 6570519"/>
                <a:gd name="connsiteY340" fmla="*/ 3571854 h 3598363"/>
                <a:gd name="connsiteX341" fmla="*/ 1896793 w 6570519"/>
                <a:gd name="connsiteY341" fmla="*/ 3583250 h 3598363"/>
                <a:gd name="connsiteX342" fmla="*/ 1864848 w 6570519"/>
                <a:gd name="connsiteY342" fmla="*/ 3592153 h 3598363"/>
                <a:gd name="connsiteX343" fmla="*/ 1811109 w 6570519"/>
                <a:gd name="connsiteY343" fmla="*/ 3597138 h 3598363"/>
                <a:gd name="connsiteX344" fmla="*/ 1744612 w 6570519"/>
                <a:gd name="connsiteY344" fmla="*/ 3562442 h 3598363"/>
                <a:gd name="connsiteX345" fmla="*/ 1703616 w 6570519"/>
                <a:gd name="connsiteY345" fmla="*/ 3519842 h 3598363"/>
                <a:gd name="connsiteX346" fmla="*/ 1681313 w 6570519"/>
                <a:gd name="connsiteY346" fmla="*/ 3464846 h 3598363"/>
                <a:gd name="connsiteX347" fmla="*/ 1682920 w 6570519"/>
                <a:gd name="connsiteY347" fmla="*/ 3379630 h 3598363"/>
                <a:gd name="connsiteX348" fmla="*/ 1697286 w 6570519"/>
                <a:gd name="connsiteY348" fmla="*/ 3266161 h 3598363"/>
                <a:gd name="connsiteX349" fmla="*/ 1731280 w 6570519"/>
                <a:gd name="connsiteY349" fmla="*/ 3092745 h 3598363"/>
                <a:gd name="connsiteX350" fmla="*/ 1766406 w 6570519"/>
                <a:gd name="connsiteY350" fmla="*/ 2920328 h 3598363"/>
                <a:gd name="connsiteX351" fmla="*/ 1774393 w 6570519"/>
                <a:gd name="connsiteY351" fmla="*/ 2866824 h 3598363"/>
                <a:gd name="connsiteX352" fmla="*/ 1776000 w 6570519"/>
                <a:gd name="connsiteY352" fmla="*/ 2806384 h 3598363"/>
                <a:gd name="connsiteX353" fmla="*/ 1768489 w 6570519"/>
                <a:gd name="connsiteY353" fmla="*/ 2784593 h 3598363"/>
                <a:gd name="connsiteX354" fmla="*/ 1739840 w 6570519"/>
                <a:gd name="connsiteY354" fmla="*/ 2750896 h 3598363"/>
                <a:gd name="connsiteX355" fmla="*/ 1702025 w 6570519"/>
                <a:gd name="connsiteY355" fmla="*/ 2725628 h 3598363"/>
                <a:gd name="connsiteX356" fmla="*/ 1667948 w 6570519"/>
                <a:gd name="connsiteY356" fmla="*/ 2694424 h 3598363"/>
                <a:gd name="connsiteX357" fmla="*/ 1641907 w 6570519"/>
                <a:gd name="connsiteY357" fmla="*/ 2642396 h 3598363"/>
                <a:gd name="connsiteX358" fmla="*/ 1598827 w 6570519"/>
                <a:gd name="connsiteY358" fmla="*/ 2565608 h 3598363"/>
                <a:gd name="connsiteX359" fmla="*/ 1570622 w 6570519"/>
                <a:gd name="connsiteY359" fmla="*/ 2510104 h 3598363"/>
                <a:gd name="connsiteX360" fmla="*/ 1581789 w 6570519"/>
                <a:gd name="connsiteY360" fmla="*/ 2465520 h 3598363"/>
                <a:gd name="connsiteX361" fmla="*/ 1607322 w 6570519"/>
                <a:gd name="connsiteY361" fmla="*/ 2411508 h 3598363"/>
                <a:gd name="connsiteX362" fmla="*/ 1643481 w 6570519"/>
                <a:gd name="connsiteY362" fmla="*/ 2362956 h 3598363"/>
                <a:gd name="connsiteX363" fmla="*/ 1642415 w 6570519"/>
                <a:gd name="connsiteY363" fmla="*/ 2323815 h 3598363"/>
                <a:gd name="connsiteX364" fmla="*/ 1637578 w 6570519"/>
                <a:gd name="connsiteY364" fmla="*/ 2297055 h 3598363"/>
                <a:gd name="connsiteX365" fmla="*/ 1623294 w 6570519"/>
                <a:gd name="connsiteY365" fmla="*/ 2270311 h 3598363"/>
                <a:gd name="connsiteX366" fmla="*/ 1605157 w 6570519"/>
                <a:gd name="connsiteY366" fmla="*/ 2269803 h 3598363"/>
                <a:gd name="connsiteX367" fmla="*/ 1586545 w 6570519"/>
                <a:gd name="connsiteY367" fmla="*/ 2292103 h 3598363"/>
                <a:gd name="connsiteX368" fmla="*/ 1575918 w 6570519"/>
                <a:gd name="connsiteY368" fmla="*/ 2283675 h 3598363"/>
                <a:gd name="connsiteX369" fmla="*/ 1554075 w 6570519"/>
                <a:gd name="connsiteY369" fmla="*/ 2276739 h 3598363"/>
                <a:gd name="connsiteX370" fmla="*/ 1537627 w 6570519"/>
                <a:gd name="connsiteY370" fmla="*/ 2270311 h 3598363"/>
                <a:gd name="connsiteX371" fmla="*/ 1505650 w 6570519"/>
                <a:gd name="connsiteY371" fmla="*/ 2251963 h 3598363"/>
                <a:gd name="connsiteX372" fmla="*/ 1492383 w 6570519"/>
                <a:gd name="connsiteY372" fmla="*/ 2222235 h 3598363"/>
                <a:gd name="connsiteX373" fmla="*/ 1456224 w 6570519"/>
                <a:gd name="connsiteY373" fmla="*/ 2186571 h 3598363"/>
                <a:gd name="connsiteX374" fmla="*/ 1390203 w 6570519"/>
                <a:gd name="connsiteY374" fmla="*/ 2158811 h 3598363"/>
                <a:gd name="connsiteX375" fmla="*/ 1337513 w 6570519"/>
                <a:gd name="connsiteY375" fmla="*/ 2124131 h 3598363"/>
                <a:gd name="connsiteX376" fmla="*/ 1306110 w 6570519"/>
                <a:gd name="connsiteY376" fmla="*/ 2114227 h 3598363"/>
                <a:gd name="connsiteX377" fmla="*/ 1239580 w 6570519"/>
                <a:gd name="connsiteY377" fmla="*/ 2097403 h 3598363"/>
                <a:gd name="connsiteX378" fmla="*/ 1179462 w 6570519"/>
                <a:gd name="connsiteY378" fmla="*/ 2077071 h 3598363"/>
                <a:gd name="connsiteX379" fmla="*/ 1134808 w 6570519"/>
                <a:gd name="connsiteY379" fmla="*/ 2045359 h 3598363"/>
                <a:gd name="connsiteX380" fmla="*/ 1130528 w 6570519"/>
                <a:gd name="connsiteY380" fmla="*/ 2015122 h 3598363"/>
                <a:gd name="connsiteX381" fmla="*/ 1093303 w 6570519"/>
                <a:gd name="connsiteY381" fmla="*/ 1965586 h 3598363"/>
                <a:gd name="connsiteX382" fmla="*/ 1058161 w 6570519"/>
                <a:gd name="connsiteY382" fmla="*/ 1925446 h 3598363"/>
                <a:gd name="connsiteX383" fmla="*/ 1023067 w 6570519"/>
                <a:gd name="connsiteY383" fmla="*/ 1890766 h 3598363"/>
                <a:gd name="connsiteX384" fmla="*/ 1000716 w 6570519"/>
                <a:gd name="connsiteY384" fmla="*/ 1840230 h 3598363"/>
                <a:gd name="connsiteX385" fmla="*/ 951766 w 6570519"/>
                <a:gd name="connsiteY385" fmla="*/ 1799106 h 3598363"/>
                <a:gd name="connsiteX386" fmla="*/ 967738 w 6570519"/>
                <a:gd name="connsiteY386" fmla="*/ 1838754 h 3598363"/>
                <a:gd name="connsiteX387" fmla="*/ 996469 w 6570519"/>
                <a:gd name="connsiteY387" fmla="*/ 1897702 h 3598363"/>
                <a:gd name="connsiteX388" fmla="*/ 1032119 w 6570519"/>
                <a:gd name="connsiteY388" fmla="*/ 1943286 h 3598363"/>
                <a:gd name="connsiteX389" fmla="*/ 1028348 w 6570519"/>
                <a:gd name="connsiteY389" fmla="*/ 1968062 h 3598363"/>
                <a:gd name="connsiteX390" fmla="*/ 1007062 w 6570519"/>
                <a:gd name="connsiteY390" fmla="*/ 1947254 h 3598363"/>
                <a:gd name="connsiteX391" fmla="*/ 999109 w 6570519"/>
                <a:gd name="connsiteY391" fmla="*/ 1924462 h 3598363"/>
                <a:gd name="connsiteX392" fmla="*/ 962917 w 6570519"/>
                <a:gd name="connsiteY392" fmla="*/ 1895718 h 3598363"/>
                <a:gd name="connsiteX393" fmla="*/ 945878 w 6570519"/>
                <a:gd name="connsiteY393" fmla="*/ 1876894 h 3598363"/>
                <a:gd name="connsiteX394" fmla="*/ 967754 w 6570519"/>
                <a:gd name="connsiteY394" fmla="*/ 1880370 h 3598363"/>
                <a:gd name="connsiteX395" fmla="*/ 938450 w 6570519"/>
                <a:gd name="connsiteY395" fmla="*/ 1843214 h 3598363"/>
                <a:gd name="connsiteX396" fmla="*/ 918738 w 6570519"/>
                <a:gd name="connsiteY396" fmla="*/ 1794187 h 3598363"/>
                <a:gd name="connsiteX397" fmla="*/ 863425 w 6570519"/>
                <a:gd name="connsiteY397" fmla="*/ 1750078 h 3598363"/>
                <a:gd name="connsiteX398" fmla="*/ 838434 w 6570519"/>
                <a:gd name="connsiteY398" fmla="*/ 1725319 h 3598363"/>
                <a:gd name="connsiteX399" fmla="*/ 825134 w 6570519"/>
                <a:gd name="connsiteY399" fmla="*/ 1680210 h 3598363"/>
                <a:gd name="connsiteX400" fmla="*/ 787909 w 6570519"/>
                <a:gd name="connsiteY400" fmla="*/ 1610374 h 3598363"/>
                <a:gd name="connsiteX401" fmla="*/ 789483 w 6570519"/>
                <a:gd name="connsiteY401" fmla="*/ 1522666 h 3598363"/>
                <a:gd name="connsiteX402" fmla="*/ 795863 w 6570519"/>
                <a:gd name="connsiteY402" fmla="*/ 1428038 h 3598363"/>
                <a:gd name="connsiteX403" fmla="*/ 775085 w 6570519"/>
                <a:gd name="connsiteY403" fmla="*/ 1386422 h 3598363"/>
                <a:gd name="connsiteX404" fmla="*/ 794829 w 6570519"/>
                <a:gd name="connsiteY404" fmla="*/ 1385422 h 3598363"/>
                <a:gd name="connsiteX405" fmla="*/ 821395 w 6570519"/>
                <a:gd name="connsiteY405" fmla="*/ 1395342 h 3598363"/>
                <a:gd name="connsiteX406" fmla="*/ 799077 w 6570519"/>
                <a:gd name="connsiteY406" fmla="*/ 1360662 h 3598363"/>
                <a:gd name="connsiteX407" fmla="*/ 754341 w 6570519"/>
                <a:gd name="connsiteY407" fmla="*/ 1337870 h 3598363"/>
                <a:gd name="connsiteX408" fmla="*/ 722937 w 6570519"/>
                <a:gd name="connsiteY408" fmla="*/ 1322030 h 3598363"/>
                <a:gd name="connsiteX409" fmla="*/ 706457 w 6570519"/>
                <a:gd name="connsiteY409" fmla="*/ 1292302 h 3598363"/>
                <a:gd name="connsiteX410" fmla="*/ 679858 w 6570519"/>
                <a:gd name="connsiteY410" fmla="*/ 1266542 h 3598363"/>
                <a:gd name="connsiteX411" fmla="*/ 670838 w 6570519"/>
                <a:gd name="connsiteY411" fmla="*/ 1233338 h 3598363"/>
                <a:gd name="connsiteX412" fmla="*/ 646847 w 6570519"/>
                <a:gd name="connsiteY412" fmla="*/ 1223434 h 3598363"/>
                <a:gd name="connsiteX413" fmla="*/ 626660 w 6570519"/>
                <a:gd name="connsiteY413" fmla="*/ 1206086 h 3598363"/>
                <a:gd name="connsiteX414" fmla="*/ 597897 w 6570519"/>
                <a:gd name="connsiteY414" fmla="*/ 1186294 h 3598363"/>
                <a:gd name="connsiteX415" fmla="*/ 575595 w 6570519"/>
                <a:gd name="connsiteY415" fmla="*/ 1157550 h 3598363"/>
                <a:gd name="connsiteX416" fmla="*/ 539944 w 6570519"/>
                <a:gd name="connsiteY416" fmla="*/ 1117410 h 3598363"/>
                <a:gd name="connsiteX417" fmla="*/ 446848 w 6570519"/>
                <a:gd name="connsiteY417" fmla="*/ 1084714 h 3598363"/>
                <a:gd name="connsiteX418" fmla="*/ 414346 w 6570519"/>
                <a:gd name="connsiteY418" fmla="*/ 1086206 h 3598363"/>
                <a:gd name="connsiteX419" fmla="*/ 375005 w 6570519"/>
                <a:gd name="connsiteY419" fmla="*/ 1061430 h 3598363"/>
                <a:gd name="connsiteX420" fmla="*/ 350489 w 6570519"/>
                <a:gd name="connsiteY420" fmla="*/ 1078270 h 3598363"/>
                <a:gd name="connsiteX421" fmla="*/ 304736 w 6570519"/>
                <a:gd name="connsiteY421" fmla="*/ 1121378 h 3598363"/>
                <a:gd name="connsiteX422" fmla="*/ 279712 w 6570519"/>
                <a:gd name="connsiteY422" fmla="*/ 1126822 h 3598363"/>
                <a:gd name="connsiteX423" fmla="*/ 285058 w 6570519"/>
                <a:gd name="connsiteY423" fmla="*/ 1102046 h 3598363"/>
                <a:gd name="connsiteX424" fmla="*/ 307360 w 6570519"/>
                <a:gd name="connsiteY424" fmla="*/ 1079254 h 3598363"/>
                <a:gd name="connsiteX425" fmla="*/ 315904 w 6570519"/>
                <a:gd name="connsiteY425" fmla="*/ 1071826 h 3598363"/>
                <a:gd name="connsiteX426" fmla="*/ 317511 w 6570519"/>
                <a:gd name="connsiteY426" fmla="*/ 1063889 h 3598363"/>
                <a:gd name="connsiteX427" fmla="*/ 333451 w 6570519"/>
                <a:gd name="connsiteY427" fmla="*/ 1050017 h 3598363"/>
                <a:gd name="connsiteX428" fmla="*/ 291913 w 6570519"/>
                <a:gd name="connsiteY428" fmla="*/ 1070825 h 3598363"/>
                <a:gd name="connsiteX429" fmla="*/ 252572 w 6570519"/>
                <a:gd name="connsiteY429" fmla="*/ 1115409 h 3598363"/>
                <a:gd name="connsiteX430" fmla="*/ 242503 w 6570519"/>
                <a:gd name="connsiteY430" fmla="*/ 1144645 h 3598363"/>
                <a:gd name="connsiteX431" fmla="*/ 179204 w 6570519"/>
                <a:gd name="connsiteY431" fmla="*/ 1201117 h 3598363"/>
                <a:gd name="connsiteX432" fmla="*/ 99342 w 6570519"/>
                <a:gd name="connsiteY432" fmla="*/ 1243734 h 3598363"/>
                <a:gd name="connsiteX433" fmla="*/ 62117 w 6570519"/>
                <a:gd name="connsiteY433" fmla="*/ 1260065 h 3598363"/>
                <a:gd name="connsiteX434" fmla="*/ 36551 w 6570519"/>
                <a:gd name="connsiteY434" fmla="*/ 1265017 h 3598363"/>
                <a:gd name="connsiteX435" fmla="*/ 69595 w 6570519"/>
                <a:gd name="connsiteY435" fmla="*/ 1241241 h 3598363"/>
                <a:gd name="connsiteX436" fmla="*/ 114773 w 6570519"/>
                <a:gd name="connsiteY436" fmla="*/ 1221417 h 3598363"/>
                <a:gd name="connsiteX437" fmla="*/ 156311 w 6570519"/>
                <a:gd name="connsiteY437" fmla="*/ 1192181 h 3598363"/>
                <a:gd name="connsiteX438" fmla="*/ 182402 w 6570519"/>
                <a:gd name="connsiteY438" fmla="*/ 1153549 h 3598363"/>
                <a:gd name="connsiteX439" fmla="*/ 176023 w 6570519"/>
                <a:gd name="connsiteY439" fmla="*/ 1141153 h 3598363"/>
                <a:gd name="connsiteX440" fmla="*/ 136633 w 6570519"/>
                <a:gd name="connsiteY440" fmla="*/ 1141153 h 3598363"/>
                <a:gd name="connsiteX441" fmla="*/ 100408 w 6570519"/>
                <a:gd name="connsiteY441" fmla="*/ 1145121 h 3598363"/>
                <a:gd name="connsiteX442" fmla="*/ 96161 w 6570519"/>
                <a:gd name="connsiteY442" fmla="*/ 1122821 h 3598363"/>
                <a:gd name="connsiteX443" fmla="*/ 64249 w 6570519"/>
                <a:gd name="connsiteY443" fmla="*/ 1118853 h 3598363"/>
                <a:gd name="connsiteX444" fmla="*/ 38716 w 6570519"/>
                <a:gd name="connsiteY444" fmla="*/ 1093601 h 3598363"/>
                <a:gd name="connsiteX445" fmla="*/ 33911 w 6570519"/>
                <a:gd name="connsiteY445" fmla="*/ 1054461 h 3598363"/>
                <a:gd name="connsiteX446" fmla="*/ 57837 w 6570519"/>
                <a:gd name="connsiteY446" fmla="*/ 1033653 h 3598363"/>
                <a:gd name="connsiteX447" fmla="*/ 99342 w 6570519"/>
                <a:gd name="connsiteY447" fmla="*/ 1018797 h 3598363"/>
                <a:gd name="connsiteX448" fmla="*/ 116921 w 6570519"/>
                <a:gd name="connsiteY448" fmla="*/ 1008401 h 3598363"/>
                <a:gd name="connsiteX449" fmla="*/ 105754 w 6570519"/>
                <a:gd name="connsiteY449" fmla="*/ 985609 h 3598363"/>
                <a:gd name="connsiteX450" fmla="*/ 114773 w 6570519"/>
                <a:gd name="connsiteY450" fmla="*/ 979657 h 3598363"/>
                <a:gd name="connsiteX451" fmla="*/ 105213 w 6570519"/>
                <a:gd name="connsiteY451" fmla="*/ 968769 h 3598363"/>
                <a:gd name="connsiteX452" fmla="*/ 55213 w 6570519"/>
                <a:gd name="connsiteY452" fmla="*/ 985609 h 3598363"/>
                <a:gd name="connsiteX453" fmla="*/ 20628 w 6570519"/>
                <a:gd name="connsiteY453" fmla="*/ 980657 h 3598363"/>
                <a:gd name="connsiteX454" fmla="*/ 19021 w 6570519"/>
                <a:gd name="connsiteY454" fmla="*/ 965309 h 3598363"/>
                <a:gd name="connsiteX455" fmla="*/ 14774 w 6570519"/>
                <a:gd name="connsiteY455" fmla="*/ 952421 h 3598363"/>
                <a:gd name="connsiteX456" fmla="*/ 53097 w 6570519"/>
                <a:gd name="connsiteY456" fmla="*/ 931613 h 3598363"/>
                <a:gd name="connsiteX457" fmla="*/ 77564 w 6570519"/>
                <a:gd name="connsiteY457" fmla="*/ 945961 h 3598363"/>
                <a:gd name="connsiteX458" fmla="*/ 117463 w 6570519"/>
                <a:gd name="connsiteY458" fmla="*/ 923677 h 3598363"/>
                <a:gd name="connsiteX459" fmla="*/ 104196 w 6570519"/>
                <a:gd name="connsiteY459" fmla="*/ 910297 h 3598363"/>
                <a:gd name="connsiteX460" fmla="*/ 70119 w 6570519"/>
                <a:gd name="connsiteY460" fmla="*/ 905837 h 3598363"/>
                <a:gd name="connsiteX461" fmla="*/ 60001 w 6570519"/>
                <a:gd name="connsiteY461" fmla="*/ 887029 h 3598363"/>
                <a:gd name="connsiteX462" fmla="*/ 38716 w 6570519"/>
                <a:gd name="connsiteY462" fmla="*/ 863237 h 3598363"/>
                <a:gd name="connsiteX463" fmla="*/ 69053 w 6570519"/>
                <a:gd name="connsiteY463" fmla="*/ 836493 h 3598363"/>
                <a:gd name="connsiteX464" fmla="*/ 112166 w 6570519"/>
                <a:gd name="connsiteY464" fmla="*/ 791877 h 3598363"/>
                <a:gd name="connsiteX465" fmla="*/ 183451 w 6570519"/>
                <a:gd name="connsiteY465" fmla="*/ 759181 h 3598363"/>
                <a:gd name="connsiteX466" fmla="*/ 208984 w 6570519"/>
                <a:gd name="connsiteY466" fmla="*/ 760164 h 3598363"/>
                <a:gd name="connsiteX467" fmla="*/ 260017 w 6570519"/>
                <a:gd name="connsiteY467" fmla="*/ 758705 h 3598363"/>
                <a:gd name="connsiteX468" fmla="*/ 279220 w 6570519"/>
                <a:gd name="connsiteY468" fmla="*/ 776512 h 3598363"/>
                <a:gd name="connsiteX469" fmla="*/ 395749 w 6570519"/>
                <a:gd name="connsiteY469" fmla="*/ 783481 h 3598363"/>
                <a:gd name="connsiteX470" fmla="*/ 510131 w 6570519"/>
                <a:gd name="connsiteY470" fmla="*/ 790417 h 3598363"/>
                <a:gd name="connsiteX471" fmla="*/ 563837 w 6570519"/>
                <a:gd name="connsiteY471" fmla="*/ 810241 h 3598363"/>
                <a:gd name="connsiteX472" fmla="*/ 596208 w 6570519"/>
                <a:gd name="connsiteY472" fmla="*/ 782038 h 3598363"/>
                <a:gd name="connsiteX473" fmla="*/ 1875638 w 6570519"/>
                <a:gd name="connsiteY473" fmla="*/ 207317 h 3598363"/>
                <a:gd name="connsiteX474" fmla="*/ 1827787 w 6570519"/>
                <a:gd name="connsiteY474" fmla="*/ 257853 h 3598363"/>
                <a:gd name="connsiteX475" fmla="*/ 1716013 w 6570519"/>
                <a:gd name="connsiteY475" fmla="*/ 301453 h 3598363"/>
                <a:gd name="connsiteX476" fmla="*/ 1729821 w 6570519"/>
                <a:gd name="connsiteY476" fmla="*/ 336150 h 3598363"/>
                <a:gd name="connsiteX477" fmla="*/ 1756928 w 6570519"/>
                <a:gd name="connsiteY477" fmla="*/ 365370 h 3598363"/>
                <a:gd name="connsiteX478" fmla="*/ 1792054 w 6570519"/>
                <a:gd name="connsiteY478" fmla="*/ 386686 h 3598363"/>
                <a:gd name="connsiteX479" fmla="*/ 1844218 w 6570519"/>
                <a:gd name="connsiteY479" fmla="*/ 394622 h 3598363"/>
                <a:gd name="connsiteX480" fmla="*/ 1903270 w 6570519"/>
                <a:gd name="connsiteY480" fmla="*/ 399558 h 3598363"/>
                <a:gd name="connsiteX481" fmla="*/ 1988413 w 6570519"/>
                <a:gd name="connsiteY481" fmla="*/ 415414 h 3598363"/>
                <a:gd name="connsiteX482" fmla="*/ 2029377 w 6570519"/>
                <a:gd name="connsiteY482" fmla="*/ 494694 h 3598363"/>
                <a:gd name="connsiteX483" fmla="*/ 2060256 w 6570519"/>
                <a:gd name="connsiteY483" fmla="*/ 567022 h 3598363"/>
                <a:gd name="connsiteX484" fmla="*/ 2048022 w 6570519"/>
                <a:gd name="connsiteY484" fmla="*/ 607146 h 3598363"/>
                <a:gd name="connsiteX485" fmla="*/ 2060256 w 6570519"/>
                <a:gd name="connsiteY485" fmla="*/ 627462 h 3598363"/>
                <a:gd name="connsiteX486" fmla="*/ 2061797 w 6570519"/>
                <a:gd name="connsiteY486" fmla="*/ 646286 h 3598363"/>
                <a:gd name="connsiteX487" fmla="*/ 2069308 w 6570519"/>
                <a:gd name="connsiteY487" fmla="*/ 671062 h 3598363"/>
                <a:gd name="connsiteX488" fmla="*/ 2096415 w 6570519"/>
                <a:gd name="connsiteY488" fmla="*/ 652238 h 3598363"/>
                <a:gd name="connsiteX489" fmla="*/ 2131541 w 6570519"/>
                <a:gd name="connsiteY489" fmla="*/ 684442 h 3598363"/>
                <a:gd name="connsiteX490" fmla="*/ 2087396 w 6570519"/>
                <a:gd name="connsiteY490" fmla="*/ 744407 h 3598363"/>
                <a:gd name="connsiteX491" fmla="*/ 2078852 w 6570519"/>
                <a:gd name="connsiteY491" fmla="*/ 807306 h 3598363"/>
                <a:gd name="connsiteX492" fmla="*/ 2107025 w 6570519"/>
                <a:gd name="connsiteY492" fmla="*/ 875191 h 3598363"/>
                <a:gd name="connsiteX493" fmla="*/ 2156516 w 6570519"/>
                <a:gd name="connsiteY493" fmla="*/ 956930 h 3598363"/>
                <a:gd name="connsiteX494" fmla="*/ 2190035 w 6570519"/>
                <a:gd name="connsiteY494" fmla="*/ 1003515 h 3598363"/>
                <a:gd name="connsiteX495" fmla="*/ 2246972 w 6570519"/>
                <a:gd name="connsiteY495" fmla="*/ 1019846 h 3598363"/>
                <a:gd name="connsiteX496" fmla="*/ 2279950 w 6570519"/>
                <a:gd name="connsiteY496" fmla="*/ 1013911 h 3598363"/>
                <a:gd name="connsiteX497" fmla="*/ 2314568 w 6570519"/>
                <a:gd name="connsiteY497" fmla="*/ 905411 h 3598363"/>
                <a:gd name="connsiteX498" fmla="*/ 2342232 w 6570519"/>
                <a:gd name="connsiteY498" fmla="*/ 844971 h 3598363"/>
                <a:gd name="connsiteX499" fmla="*/ 2428949 w 6570519"/>
                <a:gd name="connsiteY499" fmla="*/ 812767 h 3598363"/>
                <a:gd name="connsiteX500" fmla="*/ 2466207 w 6570519"/>
                <a:gd name="connsiteY500" fmla="*/ 755294 h 3598363"/>
                <a:gd name="connsiteX501" fmla="*/ 2523652 w 6570519"/>
                <a:gd name="connsiteY501" fmla="*/ 734995 h 3598363"/>
                <a:gd name="connsiteX502" fmla="*/ 2614107 w 6570519"/>
                <a:gd name="connsiteY502" fmla="*/ 690903 h 3598363"/>
                <a:gd name="connsiteX503" fmla="*/ 2657777 w 6570519"/>
                <a:gd name="connsiteY503" fmla="*/ 664634 h 3598363"/>
                <a:gd name="connsiteX504" fmla="*/ 2646085 w 6570519"/>
                <a:gd name="connsiteY504" fmla="*/ 596258 h 3598363"/>
                <a:gd name="connsiteX505" fmla="*/ 2659860 w 6570519"/>
                <a:gd name="connsiteY505" fmla="*/ 545722 h 3598363"/>
                <a:gd name="connsiteX506" fmla="*/ 2688590 w 6570519"/>
                <a:gd name="connsiteY506" fmla="*/ 491234 h 3598363"/>
                <a:gd name="connsiteX507" fmla="*/ 2716796 w 6570519"/>
                <a:gd name="connsiteY507" fmla="*/ 451602 h 3598363"/>
                <a:gd name="connsiteX508" fmla="*/ 2702431 w 6570519"/>
                <a:gd name="connsiteY508" fmla="*/ 398098 h 3598363"/>
                <a:gd name="connsiteX509" fmla="*/ 2697675 w 6570519"/>
                <a:gd name="connsiteY509" fmla="*/ 368370 h 3598363"/>
                <a:gd name="connsiteX510" fmla="*/ 2697118 w 6570519"/>
                <a:gd name="connsiteY510" fmla="*/ 321294 h 3598363"/>
                <a:gd name="connsiteX511" fmla="*/ 2724815 w 6570519"/>
                <a:gd name="connsiteY511" fmla="*/ 296026 h 3598363"/>
                <a:gd name="connsiteX512" fmla="*/ 2690230 w 6570519"/>
                <a:gd name="connsiteY512" fmla="*/ 245982 h 3598363"/>
                <a:gd name="connsiteX513" fmla="*/ 2701365 w 6570519"/>
                <a:gd name="connsiteY513" fmla="*/ 205366 h 3598363"/>
                <a:gd name="connsiteX514" fmla="*/ 2764713 w 6570519"/>
                <a:gd name="connsiteY514" fmla="*/ 151846 h 3598363"/>
                <a:gd name="connsiteX515" fmla="*/ 2790246 w 6570519"/>
                <a:gd name="connsiteY515" fmla="*/ 124102 h 3598363"/>
                <a:gd name="connsiteX516" fmla="*/ 2835999 w 6570519"/>
                <a:gd name="connsiteY516" fmla="*/ 98850 h 3598363"/>
                <a:gd name="connsiteX517" fmla="*/ 2831194 w 6570519"/>
                <a:gd name="connsiteY517" fmla="*/ 86454 h 3598363"/>
                <a:gd name="connsiteX518" fmla="*/ 2773241 w 6570519"/>
                <a:gd name="connsiteY518" fmla="*/ 76058 h 3598363"/>
                <a:gd name="connsiteX519" fmla="*/ 2709859 w 6570519"/>
                <a:gd name="connsiteY519" fmla="*/ 93406 h 3598363"/>
                <a:gd name="connsiteX520" fmla="*/ 2632736 w 6570519"/>
                <a:gd name="connsiteY520" fmla="*/ 113706 h 3598363"/>
                <a:gd name="connsiteX521" fmla="*/ 2634310 w 6570519"/>
                <a:gd name="connsiteY521" fmla="*/ 92389 h 3598363"/>
                <a:gd name="connsiteX522" fmla="*/ 2668420 w 6570519"/>
                <a:gd name="connsiteY522" fmla="*/ 43837 h 3598363"/>
                <a:gd name="connsiteX523" fmla="*/ 2589066 w 6570519"/>
                <a:gd name="connsiteY523" fmla="*/ 20570 h 3598363"/>
                <a:gd name="connsiteX524" fmla="*/ 2469421 w 6570519"/>
                <a:gd name="connsiteY524" fmla="*/ 237 h 3598363"/>
                <a:gd name="connsiteX525" fmla="*/ 2371488 w 6570519"/>
                <a:gd name="connsiteY525" fmla="*/ 7682 h 3598363"/>
                <a:gd name="connsiteX526" fmla="*/ 2338510 w 6570519"/>
                <a:gd name="connsiteY526" fmla="*/ 35426 h 3598363"/>
                <a:gd name="connsiteX527" fmla="*/ 2258681 w 6570519"/>
                <a:gd name="connsiteY527" fmla="*/ 28473 h 3598363"/>
                <a:gd name="connsiteX528" fmla="*/ 2184722 w 6570519"/>
                <a:gd name="connsiteY528" fmla="*/ 51774 h 3598363"/>
                <a:gd name="connsiteX529" fmla="*/ 2215060 w 6570519"/>
                <a:gd name="connsiteY529" fmla="*/ 68614 h 3598363"/>
                <a:gd name="connsiteX530" fmla="*/ 2246972 w 6570519"/>
                <a:gd name="connsiteY530" fmla="*/ 100326 h 3598363"/>
                <a:gd name="connsiteX531" fmla="*/ 2171980 w 6570519"/>
                <a:gd name="connsiteY531" fmla="*/ 77534 h 3598363"/>
                <a:gd name="connsiteX532" fmla="*/ 2074572 w 6570519"/>
                <a:gd name="connsiteY532" fmla="*/ 82010 h 3598363"/>
                <a:gd name="connsiteX533" fmla="*/ 2008075 w 6570519"/>
                <a:gd name="connsiteY533" fmla="*/ 96374 h 3598363"/>
                <a:gd name="connsiteX534" fmla="*/ 1924539 w 6570519"/>
                <a:gd name="connsiteY534" fmla="*/ 135006 h 3598363"/>
                <a:gd name="connsiteX535" fmla="*/ 1838331 w 6570519"/>
                <a:gd name="connsiteY535" fmla="*/ 186050 h 3598363"/>
                <a:gd name="connsiteX536" fmla="*/ 1844710 w 6570519"/>
                <a:gd name="connsiteY536" fmla="*/ 200922 h 3598363"/>
                <a:gd name="connsiteX537" fmla="*/ 1875638 w 6570519"/>
                <a:gd name="connsiteY537" fmla="*/ 207317 h 3598363"/>
                <a:gd name="connsiteX538" fmla="*/ 1087088 w 6570519"/>
                <a:gd name="connsiteY538" fmla="*/ 616869 h 3598363"/>
                <a:gd name="connsiteX539" fmla="*/ 1081365 w 6570519"/>
                <a:gd name="connsiteY539" fmla="*/ 649893 h 3598363"/>
                <a:gd name="connsiteX540" fmla="*/ 1047337 w 6570519"/>
                <a:gd name="connsiteY540" fmla="*/ 625134 h 3598363"/>
                <a:gd name="connsiteX541" fmla="*/ 1016819 w 6570519"/>
                <a:gd name="connsiteY541" fmla="*/ 629774 h 3598363"/>
                <a:gd name="connsiteX542" fmla="*/ 1008325 w 6570519"/>
                <a:gd name="connsiteY542" fmla="*/ 614885 h 3598363"/>
                <a:gd name="connsiteX543" fmla="*/ 986711 w 6570519"/>
                <a:gd name="connsiteY543" fmla="*/ 621494 h 3598363"/>
                <a:gd name="connsiteX544" fmla="*/ 962244 w 6570519"/>
                <a:gd name="connsiteY544" fmla="*/ 624461 h 3598363"/>
                <a:gd name="connsiteX545" fmla="*/ 965770 w 6570519"/>
                <a:gd name="connsiteY545" fmla="*/ 601341 h 3598363"/>
                <a:gd name="connsiteX546" fmla="*/ 918919 w 6570519"/>
                <a:gd name="connsiteY546" fmla="*/ 618854 h 3598363"/>
                <a:gd name="connsiteX547" fmla="*/ 886318 w 6570519"/>
                <a:gd name="connsiteY547" fmla="*/ 656501 h 3598363"/>
                <a:gd name="connsiteX548" fmla="*/ 897338 w 6570519"/>
                <a:gd name="connsiteY548" fmla="*/ 678293 h 3598363"/>
                <a:gd name="connsiteX549" fmla="*/ 914344 w 6570519"/>
                <a:gd name="connsiteY549" fmla="*/ 691509 h 3598363"/>
                <a:gd name="connsiteX550" fmla="*/ 891664 w 6570519"/>
                <a:gd name="connsiteY550" fmla="*/ 708349 h 3598363"/>
                <a:gd name="connsiteX551" fmla="*/ 932776 w 6570519"/>
                <a:gd name="connsiteY551" fmla="*/ 712973 h 3598363"/>
                <a:gd name="connsiteX552" fmla="*/ 987810 w 6570519"/>
                <a:gd name="connsiteY552" fmla="*/ 713629 h 3598363"/>
                <a:gd name="connsiteX553" fmla="*/ 1028545 w 6570519"/>
                <a:gd name="connsiteY553" fmla="*/ 720237 h 3598363"/>
                <a:gd name="connsiteX554" fmla="*/ 1001979 w 6570519"/>
                <a:gd name="connsiteY554" fmla="*/ 729157 h 3598363"/>
                <a:gd name="connsiteX555" fmla="*/ 937761 w 6570519"/>
                <a:gd name="connsiteY555" fmla="*/ 732142 h 3598363"/>
                <a:gd name="connsiteX556" fmla="*/ 902996 w 6570519"/>
                <a:gd name="connsiteY556" fmla="*/ 745341 h 3598363"/>
                <a:gd name="connsiteX557" fmla="*/ 936367 w 6570519"/>
                <a:gd name="connsiteY557" fmla="*/ 767461 h 3598363"/>
                <a:gd name="connsiteX558" fmla="*/ 975380 w 6570519"/>
                <a:gd name="connsiteY558" fmla="*/ 771101 h 3598363"/>
                <a:gd name="connsiteX559" fmla="*/ 984940 w 6570519"/>
                <a:gd name="connsiteY559" fmla="*/ 791581 h 3598363"/>
                <a:gd name="connsiteX560" fmla="*/ 1038138 w 6570519"/>
                <a:gd name="connsiteY560" fmla="*/ 784973 h 3598363"/>
                <a:gd name="connsiteX561" fmla="*/ 1073280 w 6570519"/>
                <a:gd name="connsiteY561" fmla="*/ 771429 h 3598363"/>
                <a:gd name="connsiteX562" fmla="*/ 1104864 w 6570519"/>
                <a:gd name="connsiteY562" fmla="*/ 748309 h 3598363"/>
                <a:gd name="connsiteX563" fmla="*/ 1121525 w 6570519"/>
                <a:gd name="connsiteY563" fmla="*/ 759213 h 3598363"/>
                <a:gd name="connsiteX564" fmla="*/ 1142122 w 6570519"/>
                <a:gd name="connsiteY564" fmla="*/ 765838 h 3598363"/>
                <a:gd name="connsiteX565" fmla="*/ 1167983 w 6570519"/>
                <a:gd name="connsiteY565" fmla="*/ 772757 h 3598363"/>
                <a:gd name="connsiteX566" fmla="*/ 1196697 w 6570519"/>
                <a:gd name="connsiteY566" fmla="*/ 760525 h 3598363"/>
                <a:gd name="connsiteX567" fmla="*/ 1193877 w 6570519"/>
                <a:gd name="connsiteY567" fmla="*/ 747981 h 3598363"/>
                <a:gd name="connsiteX568" fmla="*/ 1174018 w 6570519"/>
                <a:gd name="connsiteY568" fmla="*/ 752589 h 3598363"/>
                <a:gd name="connsiteX569" fmla="*/ 1180758 w 6570519"/>
                <a:gd name="connsiteY569" fmla="*/ 737733 h 3598363"/>
                <a:gd name="connsiteX570" fmla="*/ 1210538 w 6570519"/>
                <a:gd name="connsiteY570" fmla="*/ 737733 h 3598363"/>
                <a:gd name="connsiteX571" fmla="*/ 1198485 w 6570519"/>
                <a:gd name="connsiteY571" fmla="*/ 713957 h 3598363"/>
                <a:gd name="connsiteX572" fmla="*/ 1160866 w 6570519"/>
                <a:gd name="connsiteY572" fmla="*/ 692165 h 3598363"/>
                <a:gd name="connsiteX573" fmla="*/ 1145992 w 6570519"/>
                <a:gd name="connsiteY573" fmla="*/ 663110 h 3598363"/>
                <a:gd name="connsiteX574" fmla="*/ 1117606 w 6570519"/>
                <a:gd name="connsiteY574" fmla="*/ 600981 h 3598363"/>
                <a:gd name="connsiteX575" fmla="*/ 1085005 w 6570519"/>
                <a:gd name="connsiteY575" fmla="*/ 588453 h 3598363"/>
                <a:gd name="connsiteX576" fmla="*/ 1087088 w 6570519"/>
                <a:gd name="connsiteY576" fmla="*/ 616869 h 3598363"/>
                <a:gd name="connsiteX577" fmla="*/ 792648 w 6570519"/>
                <a:gd name="connsiteY577" fmla="*/ 588814 h 3598363"/>
                <a:gd name="connsiteX578" fmla="*/ 788762 w 6570519"/>
                <a:gd name="connsiteY578" fmla="*/ 608310 h 3598363"/>
                <a:gd name="connsiteX579" fmla="*/ 778464 w 6570519"/>
                <a:gd name="connsiteY579" fmla="*/ 639022 h 3598363"/>
                <a:gd name="connsiteX580" fmla="*/ 760359 w 6570519"/>
                <a:gd name="connsiteY580" fmla="*/ 671718 h 3598363"/>
                <a:gd name="connsiteX581" fmla="*/ 789811 w 6570519"/>
                <a:gd name="connsiteY581" fmla="*/ 688902 h 3598363"/>
                <a:gd name="connsiteX582" fmla="*/ 816738 w 6570519"/>
                <a:gd name="connsiteY582" fmla="*/ 701774 h 3598363"/>
                <a:gd name="connsiteX583" fmla="*/ 842648 w 6570519"/>
                <a:gd name="connsiteY583" fmla="*/ 689870 h 3598363"/>
                <a:gd name="connsiteX584" fmla="*/ 858588 w 6570519"/>
                <a:gd name="connsiteY584" fmla="*/ 668389 h 3598363"/>
                <a:gd name="connsiteX585" fmla="*/ 861523 w 6570519"/>
                <a:gd name="connsiteY585" fmla="*/ 652222 h 3598363"/>
                <a:gd name="connsiteX586" fmla="*/ 873543 w 6570519"/>
                <a:gd name="connsiteY586" fmla="*/ 650910 h 3598363"/>
                <a:gd name="connsiteX587" fmla="*/ 887384 w 6570519"/>
                <a:gd name="connsiteY587" fmla="*/ 627446 h 3598363"/>
                <a:gd name="connsiteX588" fmla="*/ 918886 w 6570519"/>
                <a:gd name="connsiteY588" fmla="*/ 608638 h 3598363"/>
                <a:gd name="connsiteX589" fmla="*/ 944829 w 6570519"/>
                <a:gd name="connsiteY589" fmla="*/ 588158 h 3598363"/>
                <a:gd name="connsiteX590" fmla="*/ 930988 w 6570519"/>
                <a:gd name="connsiteY590" fmla="*/ 574942 h 3598363"/>
                <a:gd name="connsiteX591" fmla="*/ 900880 w 6570519"/>
                <a:gd name="connsiteY591" fmla="*/ 561742 h 3598363"/>
                <a:gd name="connsiteX592" fmla="*/ 877430 w 6570519"/>
                <a:gd name="connsiteY592" fmla="*/ 568334 h 3598363"/>
                <a:gd name="connsiteX593" fmla="*/ 860424 w 6570519"/>
                <a:gd name="connsiteY593" fmla="*/ 558102 h 3598363"/>
                <a:gd name="connsiteX594" fmla="*/ 827775 w 6570519"/>
                <a:gd name="connsiteY594" fmla="*/ 554478 h 3598363"/>
                <a:gd name="connsiteX595" fmla="*/ 783039 w 6570519"/>
                <a:gd name="connsiteY595" fmla="*/ 562726 h 3598363"/>
                <a:gd name="connsiteX596" fmla="*/ 792648 w 6570519"/>
                <a:gd name="connsiteY596" fmla="*/ 588814 h 3598363"/>
                <a:gd name="connsiteX597" fmla="*/ 1254487 w 6570519"/>
                <a:gd name="connsiteY597" fmla="*/ 747030 h 3598363"/>
                <a:gd name="connsiteX598" fmla="*/ 1237530 w 6570519"/>
                <a:gd name="connsiteY598" fmla="*/ 759574 h 3598363"/>
                <a:gd name="connsiteX599" fmla="*/ 1255192 w 6570519"/>
                <a:gd name="connsiteY599" fmla="*/ 764526 h 3598363"/>
                <a:gd name="connsiteX600" fmla="*/ 1269770 w 6570519"/>
                <a:gd name="connsiteY600" fmla="*/ 773790 h 3598363"/>
                <a:gd name="connsiteX601" fmla="*/ 1309521 w 6570519"/>
                <a:gd name="connsiteY601" fmla="*/ 771462 h 3598363"/>
                <a:gd name="connsiteX602" fmla="*/ 1319770 w 6570519"/>
                <a:gd name="connsiteY602" fmla="*/ 762558 h 3598363"/>
                <a:gd name="connsiteX603" fmla="*/ 1283611 w 6570519"/>
                <a:gd name="connsiteY603" fmla="*/ 732502 h 3598363"/>
                <a:gd name="connsiteX604" fmla="*/ 1265146 w 6570519"/>
                <a:gd name="connsiteY604" fmla="*/ 726222 h 3598363"/>
                <a:gd name="connsiteX605" fmla="*/ 1254487 w 6570519"/>
                <a:gd name="connsiteY605" fmla="*/ 747030 h 3598363"/>
                <a:gd name="connsiteX606" fmla="*/ 1187432 w 6570519"/>
                <a:gd name="connsiteY606" fmla="*/ 592438 h 3598363"/>
                <a:gd name="connsiteX607" fmla="*/ 1187104 w 6570519"/>
                <a:gd name="connsiteY607" fmla="*/ 611262 h 3598363"/>
                <a:gd name="connsiteX608" fmla="*/ 1219754 w 6570519"/>
                <a:gd name="connsiteY608" fmla="*/ 633381 h 3598363"/>
                <a:gd name="connsiteX609" fmla="*/ 1258439 w 6570519"/>
                <a:gd name="connsiteY609" fmla="*/ 651238 h 3598363"/>
                <a:gd name="connsiteX610" fmla="*/ 1293942 w 6570519"/>
                <a:gd name="connsiteY610" fmla="*/ 622494 h 3598363"/>
                <a:gd name="connsiteX611" fmla="*/ 1285037 w 6570519"/>
                <a:gd name="connsiteY611" fmla="*/ 602670 h 3598363"/>
                <a:gd name="connsiteX612" fmla="*/ 1266244 w 6570519"/>
                <a:gd name="connsiteY612" fmla="*/ 591765 h 3598363"/>
                <a:gd name="connsiteX613" fmla="*/ 1250600 w 6570519"/>
                <a:gd name="connsiteY613" fmla="*/ 593077 h 3598363"/>
                <a:gd name="connsiteX614" fmla="*/ 1271197 w 6570519"/>
                <a:gd name="connsiteY614" fmla="*/ 576893 h 3598363"/>
                <a:gd name="connsiteX615" fmla="*/ 1279331 w 6570519"/>
                <a:gd name="connsiteY615" fmla="*/ 560381 h 3598363"/>
                <a:gd name="connsiteX616" fmla="*/ 1254896 w 6570519"/>
                <a:gd name="connsiteY616" fmla="*/ 553773 h 3598363"/>
                <a:gd name="connsiteX617" fmla="*/ 1230020 w 6570519"/>
                <a:gd name="connsiteY617" fmla="*/ 552461 h 3598363"/>
                <a:gd name="connsiteX618" fmla="*/ 1191728 w 6570519"/>
                <a:gd name="connsiteY618" fmla="*/ 570613 h 3598363"/>
                <a:gd name="connsiteX619" fmla="*/ 1214769 w 6570519"/>
                <a:gd name="connsiteY619" fmla="*/ 579533 h 3598363"/>
                <a:gd name="connsiteX620" fmla="*/ 1217950 w 6570519"/>
                <a:gd name="connsiteY620" fmla="*/ 601669 h 3598363"/>
                <a:gd name="connsiteX621" fmla="*/ 1198124 w 6570519"/>
                <a:gd name="connsiteY621" fmla="*/ 595028 h 3598363"/>
                <a:gd name="connsiteX622" fmla="*/ 1187432 w 6570519"/>
                <a:gd name="connsiteY622" fmla="*/ 592438 h 3598363"/>
                <a:gd name="connsiteX623" fmla="*/ 1119361 w 6570519"/>
                <a:gd name="connsiteY623" fmla="*/ 562070 h 3598363"/>
                <a:gd name="connsiteX624" fmla="*/ 1104126 w 6570519"/>
                <a:gd name="connsiteY624" fmla="*/ 576270 h 3598363"/>
                <a:gd name="connsiteX625" fmla="*/ 1123575 w 6570519"/>
                <a:gd name="connsiteY625" fmla="*/ 584846 h 3598363"/>
                <a:gd name="connsiteX626" fmla="*/ 1145599 w 6570519"/>
                <a:gd name="connsiteY626" fmla="*/ 583862 h 3598363"/>
                <a:gd name="connsiteX627" fmla="*/ 1119361 w 6570519"/>
                <a:gd name="connsiteY627" fmla="*/ 562070 h 3598363"/>
                <a:gd name="connsiteX628" fmla="*/ 863245 w 6570519"/>
                <a:gd name="connsiteY628" fmla="*/ 434221 h 3598363"/>
                <a:gd name="connsiteX629" fmla="*/ 828152 w 6570519"/>
                <a:gd name="connsiteY629" fmla="*/ 468573 h 3598363"/>
                <a:gd name="connsiteX630" fmla="*/ 822101 w 6570519"/>
                <a:gd name="connsiteY630" fmla="*/ 490021 h 3598363"/>
                <a:gd name="connsiteX631" fmla="*/ 846896 w 6570519"/>
                <a:gd name="connsiteY631" fmla="*/ 486397 h 3598363"/>
                <a:gd name="connsiteX632" fmla="*/ 862540 w 6570519"/>
                <a:gd name="connsiteY632" fmla="*/ 479805 h 3598363"/>
                <a:gd name="connsiteX633" fmla="*/ 889139 w 6570519"/>
                <a:gd name="connsiteY633" fmla="*/ 455685 h 3598363"/>
                <a:gd name="connsiteX634" fmla="*/ 907276 w 6570519"/>
                <a:gd name="connsiteY634" fmla="*/ 441157 h 3598363"/>
                <a:gd name="connsiteX635" fmla="*/ 904012 w 6570519"/>
                <a:gd name="connsiteY635" fmla="*/ 456669 h 3598363"/>
                <a:gd name="connsiteX636" fmla="*/ 930972 w 6570519"/>
                <a:gd name="connsiteY636" fmla="*/ 452061 h 3598363"/>
                <a:gd name="connsiteX637" fmla="*/ 940942 w 6570519"/>
                <a:gd name="connsiteY637" fmla="*/ 420021 h 3598363"/>
                <a:gd name="connsiteX638" fmla="*/ 939876 w 6570519"/>
                <a:gd name="connsiteY638" fmla="*/ 403821 h 3598363"/>
                <a:gd name="connsiteX639" fmla="*/ 907899 w 6570519"/>
                <a:gd name="connsiteY639" fmla="*/ 409117 h 3598363"/>
                <a:gd name="connsiteX640" fmla="*/ 863245 w 6570519"/>
                <a:gd name="connsiteY640" fmla="*/ 434221 h 3598363"/>
                <a:gd name="connsiteX641" fmla="*/ 971395 w 6570519"/>
                <a:gd name="connsiteY641" fmla="*/ 456702 h 3598363"/>
                <a:gd name="connsiteX642" fmla="*/ 940221 w 6570519"/>
                <a:gd name="connsiteY642" fmla="*/ 465950 h 3598363"/>
                <a:gd name="connsiteX643" fmla="*/ 912556 w 6570519"/>
                <a:gd name="connsiteY643" fmla="*/ 502286 h 3598363"/>
                <a:gd name="connsiteX644" fmla="*/ 929594 w 6570519"/>
                <a:gd name="connsiteY644" fmla="*/ 518470 h 3598363"/>
                <a:gd name="connsiteX645" fmla="*/ 971067 w 6570519"/>
                <a:gd name="connsiteY645" fmla="*/ 502598 h 3598363"/>
                <a:gd name="connsiteX646" fmla="*/ 979266 w 6570519"/>
                <a:gd name="connsiteY646" fmla="*/ 513174 h 3598363"/>
                <a:gd name="connsiteX647" fmla="*/ 996305 w 6570519"/>
                <a:gd name="connsiteY647" fmla="*/ 510534 h 3598363"/>
                <a:gd name="connsiteX648" fmla="*/ 1023231 w 6570519"/>
                <a:gd name="connsiteY648" fmla="*/ 505926 h 3598363"/>
                <a:gd name="connsiteX649" fmla="*/ 990926 w 6570519"/>
                <a:gd name="connsiteY649" fmla="*/ 524422 h 3598363"/>
                <a:gd name="connsiteX650" fmla="*/ 956160 w 6570519"/>
                <a:gd name="connsiteY650" fmla="*/ 533670 h 3598363"/>
                <a:gd name="connsiteX651" fmla="*/ 979939 w 6570519"/>
                <a:gd name="connsiteY651" fmla="*/ 545230 h 3598363"/>
                <a:gd name="connsiteX652" fmla="*/ 1039220 w 6570519"/>
                <a:gd name="connsiteY652" fmla="*/ 522766 h 3598363"/>
                <a:gd name="connsiteX653" fmla="*/ 1075051 w 6570519"/>
                <a:gd name="connsiteY653" fmla="*/ 512862 h 3598363"/>
                <a:gd name="connsiteX654" fmla="*/ 1105537 w 6570519"/>
                <a:gd name="connsiteY654" fmla="*/ 505598 h 3598363"/>
                <a:gd name="connsiteX655" fmla="*/ 1126494 w 6570519"/>
                <a:gd name="connsiteY655" fmla="*/ 490398 h 3598363"/>
                <a:gd name="connsiteX656" fmla="*/ 1124379 w 6570519"/>
                <a:gd name="connsiteY656" fmla="*/ 456374 h 3598363"/>
                <a:gd name="connsiteX657" fmla="*/ 1105176 w 6570519"/>
                <a:gd name="connsiteY657" fmla="*/ 473558 h 3598363"/>
                <a:gd name="connsiteX658" fmla="*/ 1101617 w 6570519"/>
                <a:gd name="connsiteY658" fmla="*/ 480494 h 3598363"/>
                <a:gd name="connsiteX659" fmla="*/ 1084579 w 6570519"/>
                <a:gd name="connsiteY659" fmla="*/ 456390 h 3598363"/>
                <a:gd name="connsiteX660" fmla="*/ 1066524 w 6570519"/>
                <a:gd name="connsiteY660" fmla="*/ 428318 h 3598363"/>
                <a:gd name="connsiteX661" fmla="*/ 1045238 w 6570519"/>
                <a:gd name="connsiteY661" fmla="*/ 443519 h 3598363"/>
                <a:gd name="connsiteX662" fmla="*/ 1054110 w 6570519"/>
                <a:gd name="connsiteY662" fmla="*/ 465638 h 3598363"/>
                <a:gd name="connsiteX663" fmla="*/ 1067623 w 6570519"/>
                <a:gd name="connsiteY663" fmla="*/ 488102 h 3598363"/>
                <a:gd name="connsiteX664" fmla="*/ 1036039 w 6570519"/>
                <a:gd name="connsiteY664" fmla="*/ 489759 h 3598363"/>
                <a:gd name="connsiteX665" fmla="*/ 1010834 w 6570519"/>
                <a:gd name="connsiteY665" fmla="*/ 480839 h 3598363"/>
                <a:gd name="connsiteX666" fmla="*/ 998748 w 6570519"/>
                <a:gd name="connsiteY666" fmla="*/ 463671 h 3598363"/>
                <a:gd name="connsiteX667" fmla="*/ 971395 w 6570519"/>
                <a:gd name="connsiteY667" fmla="*/ 456702 h 3598363"/>
                <a:gd name="connsiteX668" fmla="*/ 905816 w 6570519"/>
                <a:gd name="connsiteY668" fmla="*/ 473870 h 3598363"/>
                <a:gd name="connsiteX669" fmla="*/ 874413 w 6570519"/>
                <a:gd name="connsiteY669" fmla="*/ 497810 h 3598363"/>
                <a:gd name="connsiteX670" fmla="*/ 887745 w 6570519"/>
                <a:gd name="connsiteY670" fmla="*/ 503089 h 3598363"/>
                <a:gd name="connsiteX671" fmla="*/ 905816 w 6570519"/>
                <a:gd name="connsiteY671" fmla="*/ 473870 h 3598363"/>
                <a:gd name="connsiteX672" fmla="*/ 961867 w 6570519"/>
                <a:gd name="connsiteY672" fmla="*/ 430106 h 3598363"/>
                <a:gd name="connsiteX673" fmla="*/ 966442 w 6570519"/>
                <a:gd name="connsiteY673" fmla="*/ 437189 h 3598363"/>
                <a:gd name="connsiteX674" fmla="*/ 982776 w 6570519"/>
                <a:gd name="connsiteY674" fmla="*/ 428286 h 3598363"/>
                <a:gd name="connsiteX675" fmla="*/ 961867 w 6570519"/>
                <a:gd name="connsiteY675" fmla="*/ 430106 h 3598363"/>
                <a:gd name="connsiteX676" fmla="*/ 1022362 w 6570519"/>
                <a:gd name="connsiteY676" fmla="*/ 367354 h 3598363"/>
                <a:gd name="connsiteX677" fmla="*/ 990237 w 6570519"/>
                <a:gd name="connsiteY677" fmla="*/ 380717 h 3598363"/>
                <a:gd name="connsiteX678" fmla="*/ 993976 w 6570519"/>
                <a:gd name="connsiteY678" fmla="*/ 400033 h 3598363"/>
                <a:gd name="connsiteX679" fmla="*/ 1018623 w 6570519"/>
                <a:gd name="connsiteY679" fmla="*/ 402509 h 3598363"/>
                <a:gd name="connsiteX680" fmla="*/ 1045550 w 6570519"/>
                <a:gd name="connsiteY680" fmla="*/ 385161 h 3598363"/>
                <a:gd name="connsiteX681" fmla="*/ 1029102 w 6570519"/>
                <a:gd name="connsiteY681" fmla="*/ 379553 h 3598363"/>
                <a:gd name="connsiteX682" fmla="*/ 1047354 w 6570519"/>
                <a:gd name="connsiteY682" fmla="*/ 371469 h 3598363"/>
                <a:gd name="connsiteX683" fmla="*/ 1022362 w 6570519"/>
                <a:gd name="connsiteY683" fmla="*/ 367354 h 3598363"/>
                <a:gd name="connsiteX684" fmla="*/ 955127 w 6570519"/>
                <a:gd name="connsiteY684" fmla="*/ 377766 h 3598363"/>
                <a:gd name="connsiteX685" fmla="*/ 959194 w 6570519"/>
                <a:gd name="connsiteY685" fmla="*/ 384866 h 3598363"/>
                <a:gd name="connsiteX686" fmla="*/ 981874 w 6570519"/>
                <a:gd name="connsiteY686" fmla="*/ 385374 h 3598363"/>
                <a:gd name="connsiteX687" fmla="*/ 955127 w 6570519"/>
                <a:gd name="connsiteY687" fmla="*/ 377766 h 3598363"/>
                <a:gd name="connsiteX688" fmla="*/ 1000880 w 6570519"/>
                <a:gd name="connsiteY688" fmla="*/ 345217 h 3598363"/>
                <a:gd name="connsiteX689" fmla="*/ 984727 w 6570519"/>
                <a:gd name="connsiteY689" fmla="*/ 360746 h 3598363"/>
                <a:gd name="connsiteX690" fmla="*/ 1004258 w 6570519"/>
                <a:gd name="connsiteY690" fmla="*/ 356777 h 3598363"/>
                <a:gd name="connsiteX691" fmla="*/ 1019492 w 6570519"/>
                <a:gd name="connsiteY691" fmla="*/ 353301 h 3598363"/>
                <a:gd name="connsiteX692" fmla="*/ 1051618 w 6570519"/>
                <a:gd name="connsiteY692" fmla="*/ 350825 h 3598363"/>
                <a:gd name="connsiteX693" fmla="*/ 1062933 w 6570519"/>
                <a:gd name="connsiteY693" fmla="*/ 333346 h 3598363"/>
                <a:gd name="connsiteX694" fmla="*/ 1000880 w 6570519"/>
                <a:gd name="connsiteY694" fmla="*/ 345217 h 3598363"/>
                <a:gd name="connsiteX695" fmla="*/ 1121132 w 6570519"/>
                <a:gd name="connsiteY695" fmla="*/ 375110 h 3598363"/>
                <a:gd name="connsiteX696" fmla="*/ 1121870 w 6570519"/>
                <a:gd name="connsiteY696" fmla="*/ 387981 h 3598363"/>
                <a:gd name="connsiteX697" fmla="*/ 1131430 w 6570519"/>
                <a:gd name="connsiteY697" fmla="*/ 394917 h 3598363"/>
                <a:gd name="connsiteX698" fmla="*/ 1144877 w 6570519"/>
                <a:gd name="connsiteY698" fmla="*/ 403493 h 3598363"/>
                <a:gd name="connsiteX699" fmla="*/ 1149715 w 6570519"/>
                <a:gd name="connsiteY699" fmla="*/ 399541 h 3598363"/>
                <a:gd name="connsiteX700" fmla="*/ 1141729 w 6570519"/>
                <a:gd name="connsiteY700" fmla="*/ 386670 h 3598363"/>
                <a:gd name="connsiteX701" fmla="*/ 1121132 w 6570519"/>
                <a:gd name="connsiteY701" fmla="*/ 375110 h 3598363"/>
                <a:gd name="connsiteX702" fmla="*/ 1162080 w 6570519"/>
                <a:gd name="connsiteY702" fmla="*/ 426957 h 3598363"/>
                <a:gd name="connsiteX703" fmla="*/ 1144353 w 6570519"/>
                <a:gd name="connsiteY703" fmla="*/ 431434 h 3598363"/>
                <a:gd name="connsiteX704" fmla="*/ 1148419 w 6570519"/>
                <a:gd name="connsiteY704" fmla="*/ 443961 h 3598363"/>
                <a:gd name="connsiteX705" fmla="*/ 1162260 w 6570519"/>
                <a:gd name="connsiteY705" fmla="*/ 454373 h 3598363"/>
                <a:gd name="connsiteX706" fmla="*/ 1180905 w 6570519"/>
                <a:gd name="connsiteY706" fmla="*/ 444306 h 3598363"/>
                <a:gd name="connsiteX707" fmla="*/ 1162080 w 6570519"/>
                <a:gd name="connsiteY707" fmla="*/ 426957 h 3598363"/>
                <a:gd name="connsiteX708" fmla="*/ 1214441 w 6570519"/>
                <a:gd name="connsiteY708" fmla="*/ 442486 h 3598363"/>
                <a:gd name="connsiteX709" fmla="*/ 1193483 w 6570519"/>
                <a:gd name="connsiteY709" fmla="*/ 434894 h 3598363"/>
                <a:gd name="connsiteX710" fmla="*/ 1192089 w 6570519"/>
                <a:gd name="connsiteY710" fmla="*/ 444978 h 3598363"/>
                <a:gd name="connsiteX711" fmla="*/ 1202568 w 6570519"/>
                <a:gd name="connsiteY711" fmla="*/ 450258 h 3598363"/>
                <a:gd name="connsiteX712" fmla="*/ 1193483 w 6570519"/>
                <a:gd name="connsiteY712" fmla="*/ 458850 h 3598363"/>
                <a:gd name="connsiteX713" fmla="*/ 1172903 w 6570519"/>
                <a:gd name="connsiteY713" fmla="*/ 462638 h 3598363"/>
                <a:gd name="connsiteX714" fmla="*/ 1186415 w 6570519"/>
                <a:gd name="connsiteY714" fmla="*/ 467770 h 3598363"/>
                <a:gd name="connsiteX715" fmla="*/ 1209833 w 6570519"/>
                <a:gd name="connsiteY715" fmla="*/ 472230 h 3598363"/>
                <a:gd name="connsiteX716" fmla="*/ 1237858 w 6570519"/>
                <a:gd name="connsiteY716" fmla="*/ 467770 h 3598363"/>
                <a:gd name="connsiteX717" fmla="*/ 1225592 w 6570519"/>
                <a:gd name="connsiteY717" fmla="*/ 481806 h 3598363"/>
                <a:gd name="connsiteX718" fmla="*/ 1226871 w 6570519"/>
                <a:gd name="connsiteY718" fmla="*/ 499974 h 3598363"/>
                <a:gd name="connsiteX719" fmla="*/ 1251010 w 6570519"/>
                <a:gd name="connsiteY719" fmla="*/ 495350 h 3598363"/>
                <a:gd name="connsiteX720" fmla="*/ 1273329 w 6570519"/>
                <a:gd name="connsiteY720" fmla="*/ 486118 h 3598363"/>
                <a:gd name="connsiteX721" fmla="*/ 1269951 w 6570519"/>
                <a:gd name="connsiteY721" fmla="*/ 473722 h 3598363"/>
                <a:gd name="connsiteX722" fmla="*/ 1269770 w 6570519"/>
                <a:gd name="connsiteY722" fmla="*/ 463146 h 3598363"/>
                <a:gd name="connsiteX723" fmla="*/ 1278265 w 6570519"/>
                <a:gd name="connsiteY723" fmla="*/ 470082 h 3598363"/>
                <a:gd name="connsiteX724" fmla="*/ 1274559 w 6570519"/>
                <a:gd name="connsiteY724" fmla="*/ 455718 h 3598363"/>
                <a:gd name="connsiteX725" fmla="*/ 1271328 w 6570519"/>
                <a:gd name="connsiteY725" fmla="*/ 433254 h 3598363"/>
                <a:gd name="connsiteX726" fmla="*/ 1256274 w 6570519"/>
                <a:gd name="connsiteY726" fmla="*/ 418382 h 3598363"/>
                <a:gd name="connsiteX727" fmla="*/ 1223821 w 6570519"/>
                <a:gd name="connsiteY727" fmla="*/ 423186 h 3598363"/>
                <a:gd name="connsiteX728" fmla="*/ 1216392 w 6570519"/>
                <a:gd name="connsiteY728" fmla="*/ 429138 h 3598363"/>
                <a:gd name="connsiteX729" fmla="*/ 1228954 w 6570519"/>
                <a:gd name="connsiteY729" fmla="*/ 442354 h 3598363"/>
                <a:gd name="connsiteX730" fmla="*/ 1232184 w 6570519"/>
                <a:gd name="connsiteY730" fmla="*/ 457046 h 3598363"/>
                <a:gd name="connsiteX731" fmla="*/ 1214441 w 6570519"/>
                <a:gd name="connsiteY731" fmla="*/ 442486 h 3598363"/>
                <a:gd name="connsiteX732" fmla="*/ 1149699 w 6570519"/>
                <a:gd name="connsiteY732" fmla="*/ 489578 h 3598363"/>
                <a:gd name="connsiteX733" fmla="*/ 1149141 w 6570519"/>
                <a:gd name="connsiteY733" fmla="*/ 489808 h 3598363"/>
                <a:gd name="connsiteX734" fmla="*/ 1141483 w 6570519"/>
                <a:gd name="connsiteY734" fmla="*/ 502598 h 3598363"/>
                <a:gd name="connsiteX735" fmla="*/ 1160489 w 6570519"/>
                <a:gd name="connsiteY735" fmla="*/ 500302 h 3598363"/>
                <a:gd name="connsiteX736" fmla="*/ 1149699 w 6570519"/>
                <a:gd name="connsiteY736" fmla="*/ 489578 h 3598363"/>
                <a:gd name="connsiteX737" fmla="*/ 1317130 w 6570519"/>
                <a:gd name="connsiteY737" fmla="*/ 467098 h 3598363"/>
                <a:gd name="connsiteX738" fmla="*/ 1293680 w 6570519"/>
                <a:gd name="connsiteY738" fmla="*/ 486086 h 3598363"/>
                <a:gd name="connsiteX739" fmla="*/ 1307750 w 6570519"/>
                <a:gd name="connsiteY739" fmla="*/ 500761 h 3598363"/>
                <a:gd name="connsiteX740" fmla="*/ 1345122 w 6570519"/>
                <a:gd name="connsiteY740" fmla="*/ 501909 h 3598363"/>
                <a:gd name="connsiteX741" fmla="*/ 1317130 w 6570519"/>
                <a:gd name="connsiteY741" fmla="*/ 467098 h 3598363"/>
                <a:gd name="connsiteX742" fmla="*/ 1385562 w 6570519"/>
                <a:gd name="connsiteY742" fmla="*/ 409462 h 3598363"/>
                <a:gd name="connsiteX743" fmla="*/ 1350714 w 6570519"/>
                <a:gd name="connsiteY743" fmla="*/ 406986 h 3598363"/>
                <a:gd name="connsiteX744" fmla="*/ 1294073 w 6570519"/>
                <a:gd name="connsiteY744" fmla="*/ 399049 h 3598363"/>
                <a:gd name="connsiteX745" fmla="*/ 1297812 w 6570519"/>
                <a:gd name="connsiteY745" fmla="*/ 415168 h 3598363"/>
                <a:gd name="connsiteX746" fmla="*/ 1323574 w 6570519"/>
                <a:gd name="connsiteY746" fmla="*/ 428286 h 3598363"/>
                <a:gd name="connsiteX747" fmla="*/ 1364276 w 6570519"/>
                <a:gd name="connsiteY747" fmla="*/ 438435 h 3598363"/>
                <a:gd name="connsiteX748" fmla="*/ 1372525 w 6570519"/>
                <a:gd name="connsiteY748" fmla="*/ 466655 h 3598363"/>
                <a:gd name="connsiteX749" fmla="*/ 1373115 w 6570519"/>
                <a:gd name="connsiteY749" fmla="*/ 495662 h 3598363"/>
                <a:gd name="connsiteX750" fmla="*/ 1409274 w 6570519"/>
                <a:gd name="connsiteY750" fmla="*/ 508025 h 3598363"/>
                <a:gd name="connsiteX751" fmla="*/ 1557470 w 6570519"/>
                <a:gd name="connsiteY751" fmla="*/ 503089 h 3598363"/>
                <a:gd name="connsiteX752" fmla="*/ 1600041 w 6570519"/>
                <a:gd name="connsiteY752" fmla="*/ 478330 h 3598363"/>
                <a:gd name="connsiteX753" fmla="*/ 1601648 w 6570519"/>
                <a:gd name="connsiteY753" fmla="*/ 453554 h 3598363"/>
                <a:gd name="connsiteX754" fmla="*/ 1556404 w 6570519"/>
                <a:gd name="connsiteY754" fmla="*/ 438698 h 3598363"/>
                <a:gd name="connsiteX755" fmla="*/ 1507978 w 6570519"/>
                <a:gd name="connsiteY755" fmla="*/ 448356 h 3598363"/>
                <a:gd name="connsiteX756" fmla="*/ 1471278 w 6570519"/>
                <a:gd name="connsiteY756" fmla="*/ 461490 h 3598363"/>
                <a:gd name="connsiteX757" fmla="*/ 1436906 w 6570519"/>
                <a:gd name="connsiteY757" fmla="*/ 460736 h 3598363"/>
                <a:gd name="connsiteX758" fmla="*/ 1406355 w 6570519"/>
                <a:gd name="connsiteY758" fmla="*/ 436714 h 3598363"/>
                <a:gd name="connsiteX759" fmla="*/ 1420721 w 6570519"/>
                <a:gd name="connsiteY759" fmla="*/ 428056 h 3598363"/>
                <a:gd name="connsiteX760" fmla="*/ 1385562 w 6570519"/>
                <a:gd name="connsiteY760" fmla="*/ 409462 h 3598363"/>
                <a:gd name="connsiteX761" fmla="*/ 1159997 w 6570519"/>
                <a:gd name="connsiteY761" fmla="*/ 317309 h 3598363"/>
                <a:gd name="connsiteX762" fmla="*/ 1161571 w 6570519"/>
                <a:gd name="connsiteY762" fmla="*/ 327705 h 3598363"/>
                <a:gd name="connsiteX763" fmla="*/ 1151453 w 6570519"/>
                <a:gd name="connsiteY763" fmla="*/ 338609 h 3598363"/>
                <a:gd name="connsiteX764" fmla="*/ 1192417 w 6570519"/>
                <a:gd name="connsiteY764" fmla="*/ 342578 h 3598363"/>
                <a:gd name="connsiteX765" fmla="*/ 1215277 w 6570519"/>
                <a:gd name="connsiteY765" fmla="*/ 352990 h 3598363"/>
                <a:gd name="connsiteX766" fmla="*/ 1242171 w 6570519"/>
                <a:gd name="connsiteY766" fmla="*/ 359680 h 3598363"/>
                <a:gd name="connsiteX767" fmla="*/ 1247812 w 6570519"/>
                <a:gd name="connsiteY767" fmla="*/ 348021 h 3598363"/>
                <a:gd name="connsiteX768" fmla="*/ 1222493 w 6570519"/>
                <a:gd name="connsiteY768" fmla="*/ 318802 h 3598363"/>
                <a:gd name="connsiteX769" fmla="*/ 1193762 w 6570519"/>
                <a:gd name="connsiteY769" fmla="*/ 305438 h 3598363"/>
                <a:gd name="connsiteX770" fmla="*/ 1172476 w 6570519"/>
                <a:gd name="connsiteY770" fmla="*/ 294780 h 3598363"/>
                <a:gd name="connsiteX771" fmla="*/ 1143975 w 6570519"/>
                <a:gd name="connsiteY771" fmla="*/ 291795 h 3598363"/>
                <a:gd name="connsiteX772" fmla="*/ 1122181 w 6570519"/>
                <a:gd name="connsiteY772" fmla="*/ 308143 h 3598363"/>
                <a:gd name="connsiteX773" fmla="*/ 1159997 w 6570519"/>
                <a:gd name="connsiteY773" fmla="*/ 317309 h 3598363"/>
                <a:gd name="connsiteX774" fmla="*/ 1313243 w 6570519"/>
                <a:gd name="connsiteY774" fmla="*/ 195921 h 3598363"/>
                <a:gd name="connsiteX775" fmla="*/ 1303896 w 6570519"/>
                <a:gd name="connsiteY775" fmla="*/ 229617 h 3598363"/>
                <a:gd name="connsiteX776" fmla="*/ 1327559 w 6570519"/>
                <a:gd name="connsiteY776" fmla="*/ 233340 h 3598363"/>
                <a:gd name="connsiteX777" fmla="*/ 1301518 w 6570519"/>
                <a:gd name="connsiteY777" fmla="*/ 241751 h 3598363"/>
                <a:gd name="connsiteX778" fmla="*/ 1298337 w 6570519"/>
                <a:gd name="connsiteY778" fmla="*/ 262313 h 3598363"/>
                <a:gd name="connsiteX779" fmla="*/ 1332627 w 6570519"/>
                <a:gd name="connsiteY779" fmla="*/ 271971 h 3598363"/>
                <a:gd name="connsiteX780" fmla="*/ 1375739 w 6570519"/>
                <a:gd name="connsiteY780" fmla="*/ 268528 h 3598363"/>
                <a:gd name="connsiteX781" fmla="*/ 1382413 w 6570519"/>
                <a:gd name="connsiteY781" fmla="*/ 281400 h 3598363"/>
                <a:gd name="connsiteX782" fmla="*/ 1340350 w 6570519"/>
                <a:gd name="connsiteY782" fmla="*/ 301716 h 3598363"/>
                <a:gd name="connsiteX783" fmla="*/ 1384283 w 6570519"/>
                <a:gd name="connsiteY783" fmla="*/ 328722 h 3598363"/>
                <a:gd name="connsiteX784" fmla="*/ 1422016 w 6570519"/>
                <a:gd name="connsiteY784" fmla="*/ 324000 h 3598363"/>
                <a:gd name="connsiteX785" fmla="*/ 1443039 w 6570519"/>
                <a:gd name="connsiteY785" fmla="*/ 322524 h 3598363"/>
                <a:gd name="connsiteX786" fmla="*/ 1461652 w 6570519"/>
                <a:gd name="connsiteY786" fmla="*/ 292533 h 3598363"/>
                <a:gd name="connsiteX787" fmla="*/ 1484299 w 6570519"/>
                <a:gd name="connsiteY787" fmla="*/ 279416 h 3598363"/>
                <a:gd name="connsiteX788" fmla="*/ 1489349 w 6570519"/>
                <a:gd name="connsiteY788" fmla="*/ 267774 h 3598363"/>
                <a:gd name="connsiteX789" fmla="*/ 1464079 w 6570519"/>
                <a:gd name="connsiteY789" fmla="*/ 257870 h 3598363"/>
                <a:gd name="connsiteX790" fmla="*/ 1467785 w 6570519"/>
                <a:gd name="connsiteY790" fmla="*/ 239046 h 3598363"/>
                <a:gd name="connsiteX791" fmla="*/ 1447008 w 6570519"/>
                <a:gd name="connsiteY791" fmla="*/ 231372 h 3598363"/>
                <a:gd name="connsiteX792" fmla="*/ 1423640 w 6570519"/>
                <a:gd name="connsiteY792" fmla="*/ 210564 h 3598363"/>
                <a:gd name="connsiteX793" fmla="*/ 1396500 w 6570519"/>
                <a:gd name="connsiteY793" fmla="*/ 196429 h 3598363"/>
                <a:gd name="connsiteX794" fmla="*/ 1347549 w 6570519"/>
                <a:gd name="connsiteY794" fmla="*/ 169440 h 3598363"/>
                <a:gd name="connsiteX795" fmla="*/ 1313243 w 6570519"/>
                <a:gd name="connsiteY795" fmla="*/ 195921 h 3598363"/>
                <a:gd name="connsiteX796" fmla="*/ 1286054 w 6570519"/>
                <a:gd name="connsiteY796" fmla="*/ 340839 h 3598363"/>
                <a:gd name="connsiteX797" fmla="*/ 1277330 w 6570519"/>
                <a:gd name="connsiteY797" fmla="*/ 352219 h 3598363"/>
                <a:gd name="connsiteX798" fmla="*/ 1296959 w 6570519"/>
                <a:gd name="connsiteY798" fmla="*/ 355941 h 3598363"/>
                <a:gd name="connsiteX799" fmla="*/ 1329199 w 6570519"/>
                <a:gd name="connsiteY799" fmla="*/ 336133 h 3598363"/>
                <a:gd name="connsiteX800" fmla="*/ 1307077 w 6570519"/>
                <a:gd name="connsiteY800" fmla="*/ 322999 h 3598363"/>
                <a:gd name="connsiteX801" fmla="*/ 1270918 w 6570519"/>
                <a:gd name="connsiteY801" fmla="*/ 306881 h 3598363"/>
                <a:gd name="connsiteX802" fmla="*/ 1286054 w 6570519"/>
                <a:gd name="connsiteY802" fmla="*/ 340839 h 3598363"/>
                <a:gd name="connsiteX803" fmla="*/ 1936970 w 6570519"/>
                <a:gd name="connsiteY803" fmla="*/ 83125 h 3598363"/>
                <a:gd name="connsiteX804" fmla="*/ 1810683 w 6570519"/>
                <a:gd name="connsiteY804" fmla="*/ 67908 h 3598363"/>
                <a:gd name="connsiteX805" fmla="*/ 1751106 w 6570519"/>
                <a:gd name="connsiteY805" fmla="*/ 59349 h 3598363"/>
                <a:gd name="connsiteX806" fmla="*/ 1644023 w 6570519"/>
                <a:gd name="connsiteY806" fmla="*/ 63957 h 3598363"/>
                <a:gd name="connsiteX807" fmla="*/ 1661750 w 6570519"/>
                <a:gd name="connsiteY807" fmla="*/ 79813 h 3598363"/>
                <a:gd name="connsiteX808" fmla="*/ 1577296 w 6570519"/>
                <a:gd name="connsiteY808" fmla="*/ 84453 h 3598363"/>
                <a:gd name="connsiteX809" fmla="*/ 1553879 w 6570519"/>
                <a:gd name="connsiteY809" fmla="*/ 118149 h 3598363"/>
                <a:gd name="connsiteX810" fmla="*/ 1602829 w 6570519"/>
                <a:gd name="connsiteY810" fmla="*/ 139269 h 3598363"/>
                <a:gd name="connsiteX811" fmla="*/ 1524098 w 6570519"/>
                <a:gd name="connsiteY811" fmla="*/ 120117 h 3598363"/>
                <a:gd name="connsiteX812" fmla="*/ 1469441 w 6570519"/>
                <a:gd name="connsiteY812" fmla="*/ 124085 h 3598363"/>
                <a:gd name="connsiteX813" fmla="*/ 1385037 w 6570519"/>
                <a:gd name="connsiteY813" fmla="*/ 156453 h 3598363"/>
                <a:gd name="connsiteX814" fmla="*/ 1442515 w 6570519"/>
                <a:gd name="connsiteY814" fmla="*/ 192117 h 3598363"/>
                <a:gd name="connsiteX815" fmla="*/ 1513472 w 6570519"/>
                <a:gd name="connsiteY815" fmla="*/ 184197 h 3598363"/>
                <a:gd name="connsiteX816" fmla="*/ 1495663 w 6570519"/>
                <a:gd name="connsiteY816" fmla="*/ 202037 h 3598363"/>
                <a:gd name="connsiteX817" fmla="*/ 1543908 w 6570519"/>
                <a:gd name="connsiteY817" fmla="*/ 190789 h 3598363"/>
                <a:gd name="connsiteX818" fmla="*/ 1613472 w 6570519"/>
                <a:gd name="connsiteY818" fmla="*/ 168341 h 3598363"/>
                <a:gd name="connsiteX819" fmla="*/ 1641825 w 6570519"/>
                <a:gd name="connsiteY819" fmla="*/ 157125 h 3598363"/>
                <a:gd name="connsiteX820" fmla="*/ 1570900 w 6570519"/>
                <a:gd name="connsiteY820" fmla="*/ 200709 h 3598363"/>
                <a:gd name="connsiteX821" fmla="*/ 1486447 w 6570519"/>
                <a:gd name="connsiteY821" fmla="*/ 219877 h 3598363"/>
                <a:gd name="connsiteX822" fmla="*/ 1489300 w 6570519"/>
                <a:gd name="connsiteY822" fmla="*/ 241013 h 3598363"/>
                <a:gd name="connsiteX823" fmla="*/ 1529707 w 6570519"/>
                <a:gd name="connsiteY823" fmla="*/ 276677 h 3598363"/>
                <a:gd name="connsiteX824" fmla="*/ 1540366 w 6570519"/>
                <a:gd name="connsiteY824" fmla="*/ 293862 h 3598363"/>
                <a:gd name="connsiteX825" fmla="*/ 1482183 w 6570519"/>
                <a:gd name="connsiteY825" fmla="*/ 293862 h 3598363"/>
                <a:gd name="connsiteX826" fmla="*/ 1463751 w 6570519"/>
                <a:gd name="connsiteY826" fmla="*/ 329525 h 3598363"/>
                <a:gd name="connsiteX827" fmla="*/ 1503469 w 6570519"/>
                <a:gd name="connsiteY827" fmla="*/ 344053 h 3598363"/>
                <a:gd name="connsiteX828" fmla="*/ 1543875 w 6570519"/>
                <a:gd name="connsiteY828" fmla="*/ 335478 h 3598363"/>
                <a:gd name="connsiteX829" fmla="*/ 1509110 w 6570519"/>
                <a:gd name="connsiteY829" fmla="*/ 357925 h 3598363"/>
                <a:gd name="connsiteX830" fmla="*/ 1467998 w 6570519"/>
                <a:gd name="connsiteY830" fmla="*/ 346037 h 3598363"/>
                <a:gd name="connsiteX831" fmla="*/ 1455207 w 6570519"/>
                <a:gd name="connsiteY831" fmla="*/ 363222 h 3598363"/>
                <a:gd name="connsiteX832" fmla="*/ 1455912 w 6570519"/>
                <a:gd name="connsiteY832" fmla="*/ 383046 h 3598363"/>
                <a:gd name="connsiteX833" fmla="*/ 1428280 w 6570519"/>
                <a:gd name="connsiteY833" fmla="*/ 404838 h 3598363"/>
                <a:gd name="connsiteX834" fmla="*/ 1467998 w 6570519"/>
                <a:gd name="connsiteY834" fmla="*/ 415414 h 3598363"/>
                <a:gd name="connsiteX835" fmla="*/ 1526903 w 6570519"/>
                <a:gd name="connsiteY835" fmla="*/ 413430 h 3598363"/>
                <a:gd name="connsiteX836" fmla="*/ 1562324 w 6570519"/>
                <a:gd name="connsiteY836" fmla="*/ 403509 h 3598363"/>
                <a:gd name="connsiteX837" fmla="*/ 1579362 w 6570519"/>
                <a:gd name="connsiteY837" fmla="*/ 417398 h 3598363"/>
                <a:gd name="connsiteX838" fmla="*/ 1614833 w 6570519"/>
                <a:gd name="connsiteY838" fmla="*/ 410134 h 3598363"/>
                <a:gd name="connsiteX839" fmla="*/ 1629788 w 6570519"/>
                <a:gd name="connsiteY839" fmla="*/ 375782 h 3598363"/>
                <a:gd name="connsiteX840" fmla="*/ 1609192 w 6570519"/>
                <a:gd name="connsiteY840" fmla="*/ 364550 h 3598363"/>
                <a:gd name="connsiteX841" fmla="*/ 1626148 w 6570519"/>
                <a:gd name="connsiteY841" fmla="*/ 322278 h 3598363"/>
                <a:gd name="connsiteX842" fmla="*/ 1678640 w 6570519"/>
                <a:gd name="connsiteY842" fmla="*/ 297190 h 3598363"/>
                <a:gd name="connsiteX843" fmla="*/ 1677246 w 6570519"/>
                <a:gd name="connsiteY843" fmla="*/ 252918 h 3598363"/>
                <a:gd name="connsiteX844" fmla="*/ 1712012 w 6570519"/>
                <a:gd name="connsiteY844" fmla="*/ 244982 h 3598363"/>
                <a:gd name="connsiteX845" fmla="*/ 1758141 w 6570519"/>
                <a:gd name="connsiteY845" fmla="*/ 217910 h 3598363"/>
                <a:gd name="connsiteX846" fmla="*/ 1747515 w 6570519"/>
                <a:gd name="connsiteY846" fmla="*/ 203382 h 3598363"/>
                <a:gd name="connsiteX847" fmla="*/ 1810601 w 6570519"/>
                <a:gd name="connsiteY847" fmla="*/ 174310 h 3598363"/>
                <a:gd name="connsiteX848" fmla="*/ 1878738 w 6570519"/>
                <a:gd name="connsiteY848" fmla="*/ 128742 h 3598363"/>
                <a:gd name="connsiteX849" fmla="*/ 1858846 w 6570519"/>
                <a:gd name="connsiteY849" fmla="*/ 128086 h 3598363"/>
                <a:gd name="connsiteX850" fmla="*/ 1807813 w 6570519"/>
                <a:gd name="connsiteY850" fmla="*/ 122806 h 3598363"/>
                <a:gd name="connsiteX851" fmla="*/ 1912076 w 6570519"/>
                <a:gd name="connsiteY851" fmla="*/ 99686 h 3598363"/>
                <a:gd name="connsiteX852" fmla="*/ 1936970 w 6570519"/>
                <a:gd name="connsiteY852" fmla="*/ 83125 h 3598363"/>
                <a:gd name="connsiteX853" fmla="*/ 1539726 w 6570519"/>
                <a:gd name="connsiteY853" fmla="*/ 541590 h 3598363"/>
                <a:gd name="connsiteX854" fmla="*/ 1441793 w 6570519"/>
                <a:gd name="connsiteY854" fmla="*/ 560070 h 3598363"/>
                <a:gd name="connsiteX855" fmla="*/ 1413407 w 6570519"/>
                <a:gd name="connsiteY855" fmla="*/ 670406 h 3598363"/>
                <a:gd name="connsiteX856" fmla="*/ 1486496 w 6570519"/>
                <a:gd name="connsiteY856" fmla="*/ 702758 h 3598363"/>
                <a:gd name="connsiteX857" fmla="*/ 1556765 w 6570519"/>
                <a:gd name="connsiteY857" fmla="*/ 698806 h 3598363"/>
                <a:gd name="connsiteX858" fmla="*/ 1583724 w 6570519"/>
                <a:gd name="connsiteY858" fmla="*/ 688902 h 3598363"/>
                <a:gd name="connsiteX859" fmla="*/ 1614898 w 6570519"/>
                <a:gd name="connsiteY859" fmla="*/ 677014 h 3598363"/>
                <a:gd name="connsiteX860" fmla="*/ 1639742 w 6570519"/>
                <a:gd name="connsiteY860" fmla="*/ 694838 h 3598363"/>
                <a:gd name="connsiteX861" fmla="*/ 1694399 w 6570519"/>
                <a:gd name="connsiteY861" fmla="*/ 752310 h 3598363"/>
                <a:gd name="connsiteX862" fmla="*/ 1744039 w 6570519"/>
                <a:gd name="connsiteY862" fmla="*/ 805814 h 3598363"/>
                <a:gd name="connsiteX863" fmla="*/ 1691497 w 6570519"/>
                <a:gd name="connsiteY863" fmla="*/ 875846 h 3598363"/>
                <a:gd name="connsiteX864" fmla="*/ 1627673 w 6570519"/>
                <a:gd name="connsiteY864" fmla="*/ 893014 h 3598363"/>
                <a:gd name="connsiteX865" fmla="*/ 1655338 w 6570519"/>
                <a:gd name="connsiteY865" fmla="*/ 912838 h 3598363"/>
                <a:gd name="connsiteX866" fmla="*/ 1724130 w 6570519"/>
                <a:gd name="connsiteY866" fmla="*/ 907559 h 3598363"/>
                <a:gd name="connsiteX867" fmla="*/ 1761060 w 6570519"/>
                <a:gd name="connsiteY867" fmla="*/ 930679 h 3598363"/>
                <a:gd name="connsiteX868" fmla="*/ 1743333 w 6570519"/>
                <a:gd name="connsiteY868" fmla="*/ 941911 h 3598363"/>
                <a:gd name="connsiteX869" fmla="*/ 1790152 w 6570519"/>
                <a:gd name="connsiteY869" fmla="*/ 962391 h 3598363"/>
                <a:gd name="connsiteX870" fmla="*/ 1846137 w 6570519"/>
                <a:gd name="connsiteY870" fmla="*/ 968999 h 3598363"/>
                <a:gd name="connsiteX871" fmla="*/ 1806419 w 6570519"/>
                <a:gd name="connsiteY871" fmla="*/ 928039 h 3598363"/>
                <a:gd name="connsiteX872" fmla="*/ 1822064 w 6570519"/>
                <a:gd name="connsiteY872" fmla="*/ 930679 h 3598363"/>
                <a:gd name="connsiteX873" fmla="*/ 1860388 w 6570519"/>
                <a:gd name="connsiteY873" fmla="*/ 953799 h 3598363"/>
                <a:gd name="connsiteX874" fmla="*/ 1875950 w 6570519"/>
                <a:gd name="connsiteY874" fmla="*/ 928695 h 3598363"/>
                <a:gd name="connsiteX875" fmla="*/ 1846121 w 6570519"/>
                <a:gd name="connsiteY875" fmla="*/ 887095 h 3598363"/>
                <a:gd name="connsiteX876" fmla="*/ 1807108 w 6570519"/>
                <a:gd name="connsiteY876" fmla="*/ 840839 h 3598363"/>
                <a:gd name="connsiteX877" fmla="*/ 1828459 w 6570519"/>
                <a:gd name="connsiteY877" fmla="*/ 815734 h 3598363"/>
                <a:gd name="connsiteX878" fmla="*/ 1868866 w 6570519"/>
                <a:gd name="connsiteY878" fmla="*/ 847447 h 3598363"/>
                <a:gd name="connsiteX879" fmla="*/ 1904336 w 6570519"/>
                <a:gd name="connsiteY879" fmla="*/ 869911 h 3598363"/>
                <a:gd name="connsiteX880" fmla="*/ 1924884 w 6570519"/>
                <a:gd name="connsiteY880" fmla="*/ 797911 h 3598363"/>
                <a:gd name="connsiteX881" fmla="*/ 1868866 w 6570519"/>
                <a:gd name="connsiteY881" fmla="*/ 776119 h 3598363"/>
                <a:gd name="connsiteX882" fmla="*/ 1795776 w 6570519"/>
                <a:gd name="connsiteY882" fmla="*/ 745079 h 3598363"/>
                <a:gd name="connsiteX883" fmla="*/ 1827754 w 6570519"/>
                <a:gd name="connsiteY883" fmla="*/ 726567 h 3598363"/>
                <a:gd name="connsiteX884" fmla="*/ 1813504 w 6570519"/>
                <a:gd name="connsiteY884" fmla="*/ 677687 h 3598363"/>
                <a:gd name="connsiteX885" fmla="*/ 1731215 w 6570519"/>
                <a:gd name="connsiteY885" fmla="*/ 626150 h 3598363"/>
                <a:gd name="connsiteX886" fmla="*/ 1675852 w 6570519"/>
                <a:gd name="connsiteY886" fmla="*/ 584551 h 3598363"/>
                <a:gd name="connsiteX887" fmla="*/ 1596384 w 6570519"/>
                <a:gd name="connsiteY887" fmla="*/ 599734 h 3598363"/>
                <a:gd name="connsiteX888" fmla="*/ 1570113 w 6570519"/>
                <a:gd name="connsiteY888" fmla="*/ 583878 h 3598363"/>
                <a:gd name="connsiteX889" fmla="*/ 1539726 w 6570519"/>
                <a:gd name="connsiteY889" fmla="*/ 541590 h 3598363"/>
                <a:gd name="connsiteX890" fmla="*/ 1571638 w 6570519"/>
                <a:gd name="connsiteY890" fmla="*/ 541590 h 3598363"/>
                <a:gd name="connsiteX891" fmla="*/ 1604944 w 6570519"/>
                <a:gd name="connsiteY891" fmla="*/ 577254 h 3598363"/>
                <a:gd name="connsiteX892" fmla="*/ 1651796 w 6570519"/>
                <a:gd name="connsiteY892" fmla="*/ 566005 h 3598363"/>
                <a:gd name="connsiteX893" fmla="*/ 1571638 w 6570519"/>
                <a:gd name="connsiteY893" fmla="*/ 541590 h 3598363"/>
                <a:gd name="connsiteX894" fmla="*/ 1492022 w 6570519"/>
                <a:gd name="connsiteY894" fmla="*/ 869222 h 3598363"/>
                <a:gd name="connsiteX895" fmla="*/ 1480806 w 6570519"/>
                <a:gd name="connsiteY895" fmla="*/ 909854 h 3598363"/>
                <a:gd name="connsiteX896" fmla="*/ 1474984 w 6570519"/>
                <a:gd name="connsiteY896" fmla="*/ 933630 h 3598363"/>
                <a:gd name="connsiteX897" fmla="*/ 1490924 w 6570519"/>
                <a:gd name="connsiteY897" fmla="*/ 944534 h 3598363"/>
                <a:gd name="connsiteX898" fmla="*/ 1508470 w 6570519"/>
                <a:gd name="connsiteY898" fmla="*/ 946010 h 3598363"/>
                <a:gd name="connsiteX899" fmla="*/ 1555289 w 6570519"/>
                <a:gd name="connsiteY899" fmla="*/ 932646 h 3598363"/>
                <a:gd name="connsiteX900" fmla="*/ 1581920 w 6570519"/>
                <a:gd name="connsiteY900" fmla="*/ 929695 h 3598363"/>
                <a:gd name="connsiteX901" fmla="*/ 1554223 w 6570519"/>
                <a:gd name="connsiteY901" fmla="*/ 903918 h 3598363"/>
                <a:gd name="connsiteX902" fmla="*/ 1515932 w 6570519"/>
                <a:gd name="connsiteY902" fmla="*/ 878634 h 3598363"/>
                <a:gd name="connsiteX903" fmla="*/ 1492022 w 6570519"/>
                <a:gd name="connsiteY903" fmla="*/ 869222 h 3598363"/>
                <a:gd name="connsiteX904" fmla="*/ 1625853 w 6570519"/>
                <a:gd name="connsiteY904" fmla="*/ 2026748 h 3598363"/>
                <a:gd name="connsiteX905" fmla="*/ 1577640 w 6570519"/>
                <a:gd name="connsiteY905" fmla="*/ 1990330 h 3598363"/>
                <a:gd name="connsiteX906" fmla="*/ 1518736 w 6570519"/>
                <a:gd name="connsiteY906" fmla="*/ 2001037 h 3598363"/>
                <a:gd name="connsiteX907" fmla="*/ 1547024 w 6570519"/>
                <a:gd name="connsiteY907" fmla="*/ 2001037 h 3598363"/>
                <a:gd name="connsiteX908" fmla="*/ 1578198 w 6570519"/>
                <a:gd name="connsiteY908" fmla="*/ 2002611 h 3598363"/>
                <a:gd name="connsiteX909" fmla="*/ 1569884 w 6570519"/>
                <a:gd name="connsiteY909" fmla="*/ 2004234 h 3598363"/>
                <a:gd name="connsiteX910" fmla="*/ 1585085 w 6570519"/>
                <a:gd name="connsiteY910" fmla="*/ 2018615 h 3598363"/>
                <a:gd name="connsiteX911" fmla="*/ 1609995 w 6570519"/>
                <a:gd name="connsiteY911" fmla="*/ 2036471 h 3598363"/>
                <a:gd name="connsiteX912" fmla="*/ 1615931 w 6570519"/>
                <a:gd name="connsiteY912" fmla="*/ 2055312 h 3598363"/>
                <a:gd name="connsiteX913" fmla="*/ 1613996 w 6570519"/>
                <a:gd name="connsiteY913" fmla="*/ 2067659 h 3598363"/>
                <a:gd name="connsiteX914" fmla="*/ 1614652 w 6570519"/>
                <a:gd name="connsiteY914" fmla="*/ 2073726 h 3598363"/>
                <a:gd name="connsiteX915" fmla="*/ 1648171 w 6570519"/>
                <a:gd name="connsiteY915" fmla="*/ 2084548 h 3598363"/>
                <a:gd name="connsiteX916" fmla="*/ 1658470 w 6570519"/>
                <a:gd name="connsiteY916" fmla="*/ 2074103 h 3598363"/>
                <a:gd name="connsiteX917" fmla="*/ 1625853 w 6570519"/>
                <a:gd name="connsiteY917" fmla="*/ 2026748 h 3598363"/>
                <a:gd name="connsiteX918" fmla="*/ 1677394 w 6570519"/>
                <a:gd name="connsiteY918" fmla="*/ 2099322 h 3598363"/>
                <a:gd name="connsiteX919" fmla="*/ 1683150 w 6570519"/>
                <a:gd name="connsiteY919" fmla="*/ 2123819 h 3598363"/>
                <a:gd name="connsiteX920" fmla="*/ 1655010 w 6570519"/>
                <a:gd name="connsiteY920" fmla="*/ 2120310 h 3598363"/>
                <a:gd name="connsiteX921" fmla="*/ 1655420 w 6570519"/>
                <a:gd name="connsiteY921" fmla="*/ 2126262 h 3598363"/>
                <a:gd name="connsiteX922" fmla="*/ 1680214 w 6570519"/>
                <a:gd name="connsiteY922" fmla="*/ 2143725 h 3598363"/>
                <a:gd name="connsiteX923" fmla="*/ 1701025 w 6570519"/>
                <a:gd name="connsiteY923" fmla="*/ 2138298 h 3598363"/>
                <a:gd name="connsiteX924" fmla="*/ 1734658 w 6570519"/>
                <a:gd name="connsiteY924" fmla="*/ 2141709 h 3598363"/>
                <a:gd name="connsiteX925" fmla="*/ 1763455 w 6570519"/>
                <a:gd name="connsiteY925" fmla="*/ 2138757 h 3598363"/>
                <a:gd name="connsiteX926" fmla="*/ 1751615 w 6570519"/>
                <a:gd name="connsiteY926" fmla="*/ 2116145 h 3598363"/>
                <a:gd name="connsiteX927" fmla="*/ 1677394 w 6570519"/>
                <a:gd name="connsiteY927" fmla="*/ 2099322 h 3598363"/>
                <a:gd name="connsiteX928" fmla="*/ 1599041 w 6570519"/>
                <a:gd name="connsiteY928" fmla="*/ 2106176 h 3598363"/>
                <a:gd name="connsiteX929" fmla="*/ 1575672 w 6570519"/>
                <a:gd name="connsiteY929" fmla="*/ 2102798 h 3598363"/>
                <a:gd name="connsiteX930" fmla="*/ 1588709 w 6570519"/>
                <a:gd name="connsiteY930" fmla="*/ 2114637 h 3598363"/>
                <a:gd name="connsiteX931" fmla="*/ 1599041 w 6570519"/>
                <a:gd name="connsiteY931" fmla="*/ 2106176 h 3598363"/>
                <a:gd name="connsiteX932" fmla="*/ 1798925 w 6570519"/>
                <a:gd name="connsiteY932" fmla="*/ 2155892 h 3598363"/>
                <a:gd name="connsiteX933" fmla="*/ 1792841 w 6570519"/>
                <a:gd name="connsiteY933" fmla="*/ 2167551 h 3598363"/>
                <a:gd name="connsiteX934" fmla="*/ 1823146 w 6570519"/>
                <a:gd name="connsiteY934" fmla="*/ 2171650 h 3598363"/>
                <a:gd name="connsiteX935" fmla="*/ 1798925 w 6570519"/>
                <a:gd name="connsiteY935" fmla="*/ 2155892 h 3598363"/>
                <a:gd name="connsiteX936" fmla="*/ 1669457 w 6570519"/>
                <a:gd name="connsiteY936" fmla="*/ 773364 h 3598363"/>
                <a:gd name="connsiteX937" fmla="*/ 1658798 w 6570519"/>
                <a:gd name="connsiteY937" fmla="*/ 801108 h 3598363"/>
                <a:gd name="connsiteX938" fmla="*/ 1684593 w 6570519"/>
                <a:gd name="connsiteY938" fmla="*/ 816456 h 3598363"/>
                <a:gd name="connsiteX939" fmla="*/ 1669457 w 6570519"/>
                <a:gd name="connsiteY939" fmla="*/ 773364 h 3598363"/>
                <a:gd name="connsiteX940" fmla="*/ 1550025 w 6570519"/>
                <a:gd name="connsiteY940" fmla="*/ 956767 h 3598363"/>
                <a:gd name="connsiteX941" fmla="*/ 1523721 w 6570519"/>
                <a:gd name="connsiteY941" fmla="*/ 973639 h 3598363"/>
                <a:gd name="connsiteX942" fmla="*/ 1548565 w 6570519"/>
                <a:gd name="connsiteY942" fmla="*/ 976591 h 3598363"/>
                <a:gd name="connsiteX943" fmla="*/ 1550025 w 6570519"/>
                <a:gd name="connsiteY943" fmla="*/ 956767 h 3598363"/>
                <a:gd name="connsiteX944" fmla="*/ 1596794 w 6570519"/>
                <a:gd name="connsiteY944" fmla="*/ 975918 h 3598363"/>
                <a:gd name="connsiteX945" fmla="*/ 1596794 w 6570519"/>
                <a:gd name="connsiteY945" fmla="*/ 993742 h 3598363"/>
                <a:gd name="connsiteX946" fmla="*/ 1615587 w 6570519"/>
                <a:gd name="connsiteY946" fmla="*/ 981526 h 3598363"/>
                <a:gd name="connsiteX947" fmla="*/ 1596794 w 6570519"/>
                <a:gd name="connsiteY947" fmla="*/ 975918 h 3598363"/>
                <a:gd name="connsiteX948" fmla="*/ 1351338 w 6570519"/>
                <a:gd name="connsiteY948" fmla="*/ 366189 h 3598363"/>
                <a:gd name="connsiteX949" fmla="*/ 1315867 w 6570519"/>
                <a:gd name="connsiteY949" fmla="*/ 374765 h 3598363"/>
                <a:gd name="connsiteX950" fmla="*/ 1376903 w 6570519"/>
                <a:gd name="connsiteY950" fmla="*/ 377077 h 3598363"/>
                <a:gd name="connsiteX951" fmla="*/ 1409143 w 6570519"/>
                <a:gd name="connsiteY951" fmla="*/ 359565 h 3598363"/>
                <a:gd name="connsiteX952" fmla="*/ 1351338 w 6570519"/>
                <a:gd name="connsiteY952" fmla="*/ 366189 h 3598363"/>
                <a:gd name="connsiteX953" fmla="*/ 1218311 w 6570519"/>
                <a:gd name="connsiteY953" fmla="*/ 249606 h 3598363"/>
                <a:gd name="connsiteX954" fmla="*/ 1227543 w 6570519"/>
                <a:gd name="connsiteY954" fmla="*/ 272053 h 3598363"/>
                <a:gd name="connsiteX955" fmla="*/ 1250994 w 6570519"/>
                <a:gd name="connsiteY955" fmla="*/ 256853 h 3598363"/>
                <a:gd name="connsiteX956" fmla="*/ 1218311 w 6570519"/>
                <a:gd name="connsiteY956" fmla="*/ 249606 h 3598363"/>
                <a:gd name="connsiteX957" fmla="*/ 2734621 w 6570519"/>
                <a:gd name="connsiteY957" fmla="*/ 802469 h 3598363"/>
                <a:gd name="connsiteX958" fmla="*/ 2693625 w 6570519"/>
                <a:gd name="connsiteY958" fmla="*/ 819096 h 3598363"/>
                <a:gd name="connsiteX959" fmla="*/ 2671929 w 6570519"/>
                <a:gd name="connsiteY959" fmla="*/ 827114 h 3598363"/>
                <a:gd name="connsiteX960" fmla="*/ 2653021 w 6570519"/>
                <a:gd name="connsiteY960" fmla="*/ 861171 h 3598363"/>
                <a:gd name="connsiteX961" fmla="*/ 2640968 w 6570519"/>
                <a:gd name="connsiteY961" fmla="*/ 839363 h 3598363"/>
                <a:gd name="connsiteX962" fmla="*/ 2631227 w 6570519"/>
                <a:gd name="connsiteY962" fmla="*/ 814833 h 3598363"/>
                <a:gd name="connsiteX963" fmla="*/ 2594412 w 6570519"/>
                <a:gd name="connsiteY963" fmla="*/ 808257 h 3598363"/>
                <a:gd name="connsiteX964" fmla="*/ 2604481 w 6570519"/>
                <a:gd name="connsiteY964" fmla="*/ 825015 h 3598363"/>
                <a:gd name="connsiteX965" fmla="*/ 2578473 w 6570519"/>
                <a:gd name="connsiteY965" fmla="*/ 843839 h 3598363"/>
                <a:gd name="connsiteX966" fmla="*/ 2599070 w 6570519"/>
                <a:gd name="connsiteY966" fmla="*/ 844069 h 3598363"/>
                <a:gd name="connsiteX967" fmla="*/ 2620142 w 6570519"/>
                <a:gd name="connsiteY967" fmla="*/ 858646 h 3598363"/>
                <a:gd name="connsiteX968" fmla="*/ 2611172 w 6570519"/>
                <a:gd name="connsiteY968" fmla="*/ 875928 h 3598363"/>
                <a:gd name="connsiteX969" fmla="*/ 2633376 w 6570519"/>
                <a:gd name="connsiteY969" fmla="*/ 879913 h 3598363"/>
                <a:gd name="connsiteX970" fmla="*/ 2639755 w 6570519"/>
                <a:gd name="connsiteY970" fmla="*/ 896294 h 3598363"/>
                <a:gd name="connsiteX971" fmla="*/ 2677718 w 6570519"/>
                <a:gd name="connsiteY971" fmla="*/ 896638 h 3598363"/>
                <a:gd name="connsiteX972" fmla="*/ 2720289 w 6570519"/>
                <a:gd name="connsiteY972" fmla="*/ 899885 h 3598363"/>
                <a:gd name="connsiteX973" fmla="*/ 2775684 w 6570519"/>
                <a:gd name="connsiteY973" fmla="*/ 877470 h 3598363"/>
                <a:gd name="connsiteX974" fmla="*/ 2809203 w 6570519"/>
                <a:gd name="connsiteY974" fmla="*/ 855383 h 3598363"/>
                <a:gd name="connsiteX975" fmla="*/ 2820485 w 6570519"/>
                <a:gd name="connsiteY975" fmla="*/ 831000 h 3598363"/>
                <a:gd name="connsiteX976" fmla="*/ 2826422 w 6570519"/>
                <a:gd name="connsiteY976" fmla="*/ 817259 h 3598363"/>
                <a:gd name="connsiteX977" fmla="*/ 2793739 w 6570519"/>
                <a:gd name="connsiteY977" fmla="*/ 803633 h 3598363"/>
                <a:gd name="connsiteX978" fmla="*/ 2776012 w 6570519"/>
                <a:gd name="connsiteY978" fmla="*/ 789843 h 3598363"/>
                <a:gd name="connsiteX979" fmla="*/ 2734621 w 6570519"/>
                <a:gd name="connsiteY979" fmla="*/ 802469 h 3598363"/>
                <a:gd name="connsiteX980" fmla="*/ 4530547 w 6570519"/>
                <a:gd name="connsiteY980" fmla="*/ 2257751 h 3598363"/>
                <a:gd name="connsiteX981" fmla="*/ 4527694 w 6570519"/>
                <a:gd name="connsiteY981" fmla="*/ 2275263 h 3598363"/>
                <a:gd name="connsiteX982" fmla="*/ 4527366 w 6570519"/>
                <a:gd name="connsiteY982" fmla="*/ 2302680 h 3598363"/>
                <a:gd name="connsiteX983" fmla="*/ 4533565 w 6570519"/>
                <a:gd name="connsiteY983" fmla="*/ 2319864 h 3598363"/>
                <a:gd name="connsiteX984" fmla="*/ 4550045 w 6570519"/>
                <a:gd name="connsiteY984" fmla="*/ 2320044 h 3598363"/>
                <a:gd name="connsiteX985" fmla="*/ 4561804 w 6570519"/>
                <a:gd name="connsiteY985" fmla="*/ 2299220 h 3598363"/>
                <a:gd name="connsiteX986" fmla="*/ 4545618 w 6570519"/>
                <a:gd name="connsiteY986" fmla="*/ 2267344 h 3598363"/>
                <a:gd name="connsiteX987" fmla="*/ 4530547 w 6570519"/>
                <a:gd name="connsiteY987" fmla="*/ 2257751 h 3598363"/>
                <a:gd name="connsiteX988" fmla="*/ 4524021 w 6570519"/>
                <a:gd name="connsiteY988" fmla="*/ 2245486 h 3598363"/>
                <a:gd name="connsiteX989" fmla="*/ 4527907 w 6570519"/>
                <a:gd name="connsiteY989" fmla="*/ 2251094 h 3598363"/>
                <a:gd name="connsiteX990" fmla="*/ 4529186 w 6570519"/>
                <a:gd name="connsiteY990" fmla="*/ 2247962 h 3598363"/>
                <a:gd name="connsiteX991" fmla="*/ 4526989 w 6570519"/>
                <a:gd name="connsiteY991" fmla="*/ 2244076 h 3598363"/>
                <a:gd name="connsiteX992" fmla="*/ 4523840 w 6570519"/>
                <a:gd name="connsiteY992" fmla="*/ 2246126 h 3598363"/>
                <a:gd name="connsiteX993" fmla="*/ 5289957 w 6570519"/>
                <a:gd name="connsiteY993" fmla="*/ 2772737 h 3598363"/>
                <a:gd name="connsiteX994" fmla="*/ 5289121 w 6570519"/>
                <a:gd name="connsiteY994" fmla="*/ 2773656 h 3598363"/>
                <a:gd name="connsiteX995" fmla="*/ 5236251 w 6570519"/>
                <a:gd name="connsiteY995" fmla="*/ 2792037 h 3598363"/>
                <a:gd name="connsiteX996" fmla="*/ 5163375 w 6570519"/>
                <a:gd name="connsiteY996" fmla="*/ 2837129 h 3598363"/>
                <a:gd name="connsiteX997" fmla="*/ 5160194 w 6570519"/>
                <a:gd name="connsiteY997" fmla="*/ 2848525 h 3598363"/>
                <a:gd name="connsiteX998" fmla="*/ 5151617 w 6570519"/>
                <a:gd name="connsiteY998" fmla="*/ 2840097 h 3598363"/>
                <a:gd name="connsiteX999" fmla="*/ 5146337 w 6570519"/>
                <a:gd name="connsiteY999" fmla="*/ 2866349 h 3598363"/>
                <a:gd name="connsiteX1000" fmla="*/ 5153257 w 6570519"/>
                <a:gd name="connsiteY1000" fmla="*/ 2902013 h 3598363"/>
                <a:gd name="connsiteX1001" fmla="*/ 5147403 w 6570519"/>
                <a:gd name="connsiteY1001" fmla="*/ 2938185 h 3598363"/>
                <a:gd name="connsiteX1002" fmla="*/ 5170820 w 6570519"/>
                <a:gd name="connsiteY1002" fmla="*/ 2982785 h 3598363"/>
                <a:gd name="connsiteX1003" fmla="*/ 5181447 w 6570519"/>
                <a:gd name="connsiteY1003" fmla="*/ 3015481 h 3598363"/>
                <a:gd name="connsiteX1004" fmla="*/ 5184087 w 6570519"/>
                <a:gd name="connsiteY1004" fmla="*/ 3064017 h 3598363"/>
                <a:gd name="connsiteX1005" fmla="*/ 5177757 w 6570519"/>
                <a:gd name="connsiteY1005" fmla="*/ 3086809 h 3598363"/>
                <a:gd name="connsiteX1006" fmla="*/ 5228790 w 6570519"/>
                <a:gd name="connsiteY1006" fmla="*/ 3099697 h 3598363"/>
                <a:gd name="connsiteX1007" fmla="*/ 5264982 w 6570519"/>
                <a:gd name="connsiteY1007" fmla="*/ 3079873 h 3598363"/>
                <a:gd name="connsiteX1008" fmla="*/ 5303306 w 6570519"/>
                <a:gd name="connsiteY1008" fmla="*/ 3070936 h 3598363"/>
                <a:gd name="connsiteX1009" fmla="*/ 5336350 w 6570519"/>
                <a:gd name="connsiteY1009" fmla="*/ 3060049 h 3598363"/>
                <a:gd name="connsiteX1010" fmla="*/ 5353830 w 6570519"/>
                <a:gd name="connsiteY1010" fmla="*/ 3041225 h 3598363"/>
                <a:gd name="connsiteX1011" fmla="*/ 5378855 w 6570519"/>
                <a:gd name="connsiteY1011" fmla="*/ 3029320 h 3598363"/>
                <a:gd name="connsiteX1012" fmla="*/ 5410767 w 6570519"/>
                <a:gd name="connsiteY1012" fmla="*/ 3023368 h 3598363"/>
                <a:gd name="connsiteX1013" fmla="*/ 5446418 w 6570519"/>
                <a:gd name="connsiteY1013" fmla="*/ 3010988 h 3598363"/>
                <a:gd name="connsiteX1014" fmla="*/ 5503354 w 6570519"/>
                <a:gd name="connsiteY1014" fmla="*/ 3019400 h 3598363"/>
                <a:gd name="connsiteX1015" fmla="*/ 5539038 w 6570519"/>
                <a:gd name="connsiteY1015" fmla="*/ 3041208 h 3598363"/>
                <a:gd name="connsiteX1016" fmla="*/ 5552305 w 6570519"/>
                <a:gd name="connsiteY1016" fmla="*/ 3057556 h 3598363"/>
                <a:gd name="connsiteX1017" fmla="*/ 5564571 w 6570519"/>
                <a:gd name="connsiteY1017" fmla="*/ 3050620 h 3598363"/>
                <a:gd name="connsiteX1018" fmla="*/ 5593285 w 6570519"/>
                <a:gd name="connsiteY1018" fmla="*/ 3028337 h 3598363"/>
                <a:gd name="connsiteX1019" fmla="*/ 5587431 w 6570519"/>
                <a:gd name="connsiteY1019" fmla="*/ 3050128 h 3598363"/>
                <a:gd name="connsiteX1020" fmla="*/ 5582626 w 6570519"/>
                <a:gd name="connsiteY1020" fmla="*/ 3067477 h 3598363"/>
                <a:gd name="connsiteX1021" fmla="*/ 5596516 w 6570519"/>
                <a:gd name="connsiteY1021" fmla="*/ 3057556 h 3598363"/>
                <a:gd name="connsiteX1022" fmla="*/ 5601287 w 6570519"/>
                <a:gd name="connsiteY1022" fmla="*/ 3081349 h 3598363"/>
                <a:gd name="connsiteX1023" fmla="*/ 5612455 w 6570519"/>
                <a:gd name="connsiteY1023" fmla="*/ 3088777 h 3598363"/>
                <a:gd name="connsiteX1024" fmla="*/ 5628427 w 6570519"/>
                <a:gd name="connsiteY1024" fmla="*/ 3112569 h 3598363"/>
                <a:gd name="connsiteX1025" fmla="*/ 5666243 w 6570519"/>
                <a:gd name="connsiteY1025" fmla="*/ 3139313 h 3598363"/>
                <a:gd name="connsiteX1026" fmla="*/ 5699729 w 6570519"/>
                <a:gd name="connsiteY1026" fmla="*/ 3138804 h 3598363"/>
                <a:gd name="connsiteX1027" fmla="*/ 5719949 w 6570519"/>
                <a:gd name="connsiteY1027" fmla="*/ 3130393 h 3598363"/>
                <a:gd name="connsiteX1028" fmla="*/ 5743350 w 6570519"/>
                <a:gd name="connsiteY1028" fmla="*/ 3142264 h 3598363"/>
                <a:gd name="connsiteX1029" fmla="*/ 5783281 w 6570519"/>
                <a:gd name="connsiteY1029" fmla="*/ 3125916 h 3598363"/>
                <a:gd name="connsiteX1030" fmla="*/ 5806141 w 6570519"/>
                <a:gd name="connsiteY1030" fmla="*/ 3117980 h 3598363"/>
                <a:gd name="connsiteX1031" fmla="*/ 5822621 w 6570519"/>
                <a:gd name="connsiteY1031" fmla="*/ 3084792 h 3598363"/>
                <a:gd name="connsiteX1032" fmla="*/ 5835888 w 6570519"/>
                <a:gd name="connsiteY1032" fmla="*/ 3041208 h 3598363"/>
                <a:gd name="connsiteX1033" fmla="*/ 5858305 w 6570519"/>
                <a:gd name="connsiteY1033" fmla="*/ 3003052 h 3598363"/>
                <a:gd name="connsiteX1034" fmla="*/ 5875344 w 6570519"/>
                <a:gd name="connsiteY1034" fmla="*/ 2924772 h 3598363"/>
                <a:gd name="connsiteX1035" fmla="*/ 5870506 w 6570519"/>
                <a:gd name="connsiteY1035" fmla="*/ 2890567 h 3598363"/>
                <a:gd name="connsiteX1036" fmla="*/ 5851893 w 6570519"/>
                <a:gd name="connsiteY1036" fmla="*/ 2856396 h 3598363"/>
                <a:gd name="connsiteX1037" fmla="*/ 5826360 w 6570519"/>
                <a:gd name="connsiteY1037" fmla="*/ 2833096 h 3598363"/>
                <a:gd name="connsiteX1038" fmla="*/ 5819440 w 6570519"/>
                <a:gd name="connsiteY1038" fmla="*/ 2813288 h 3598363"/>
                <a:gd name="connsiteX1039" fmla="*/ 5799729 w 6570519"/>
                <a:gd name="connsiteY1039" fmla="*/ 2806352 h 3598363"/>
                <a:gd name="connsiteX1040" fmla="*/ 5786462 w 6570519"/>
                <a:gd name="connsiteY1040" fmla="*/ 2782067 h 3598363"/>
                <a:gd name="connsiteX1041" fmla="*/ 5752386 w 6570519"/>
                <a:gd name="connsiteY1041" fmla="*/ 2766720 h 3598363"/>
                <a:gd name="connsiteX1042" fmla="*/ 5744399 w 6570519"/>
                <a:gd name="connsiteY1042" fmla="*/ 2744419 h 3598363"/>
                <a:gd name="connsiteX1043" fmla="*/ 5732166 w 6570519"/>
                <a:gd name="connsiteY1043" fmla="*/ 2711888 h 3598363"/>
                <a:gd name="connsiteX1044" fmla="*/ 5726853 w 6570519"/>
                <a:gd name="connsiteY1044" fmla="*/ 2694064 h 3598363"/>
                <a:gd name="connsiteX1045" fmla="*/ 5716226 w 6570519"/>
                <a:gd name="connsiteY1045" fmla="*/ 2672272 h 3598363"/>
                <a:gd name="connsiteX1046" fmla="*/ 5695269 w 6570519"/>
                <a:gd name="connsiteY1046" fmla="*/ 2656088 h 3598363"/>
                <a:gd name="connsiteX1047" fmla="*/ 5676509 w 6570519"/>
                <a:gd name="connsiteY1047" fmla="*/ 2613488 h 3598363"/>
                <a:gd name="connsiteX1048" fmla="*/ 5665112 w 6570519"/>
                <a:gd name="connsiteY1048" fmla="*/ 2620736 h 3598363"/>
                <a:gd name="connsiteX1049" fmla="*/ 5654813 w 6570519"/>
                <a:gd name="connsiteY1049" fmla="*/ 2653776 h 3598363"/>
                <a:gd name="connsiteX1050" fmla="*/ 5660487 w 6570519"/>
                <a:gd name="connsiteY1050" fmla="*/ 2691096 h 3598363"/>
                <a:gd name="connsiteX1051" fmla="*/ 5640956 w 6570519"/>
                <a:gd name="connsiteY1051" fmla="*/ 2735368 h 3598363"/>
                <a:gd name="connsiteX1052" fmla="*/ 5621097 w 6570519"/>
                <a:gd name="connsiteY1052" fmla="*/ 2733696 h 3598363"/>
                <a:gd name="connsiteX1053" fmla="*/ 5599845 w 6570519"/>
                <a:gd name="connsiteY1053" fmla="*/ 2714888 h 3598363"/>
                <a:gd name="connsiteX1054" fmla="*/ 5550173 w 6570519"/>
                <a:gd name="connsiteY1054" fmla="*/ 2692096 h 3598363"/>
                <a:gd name="connsiteX1055" fmla="*/ 5550173 w 6570519"/>
                <a:gd name="connsiteY1055" fmla="*/ 2670944 h 3598363"/>
                <a:gd name="connsiteX1056" fmla="*/ 5567211 w 6570519"/>
                <a:gd name="connsiteY1056" fmla="*/ 2644839 h 3598363"/>
                <a:gd name="connsiteX1057" fmla="*/ 5562603 w 6570519"/>
                <a:gd name="connsiteY1057" fmla="*/ 2629311 h 3598363"/>
                <a:gd name="connsiteX1058" fmla="*/ 5518966 w 6570519"/>
                <a:gd name="connsiteY1058" fmla="*/ 2623048 h 3598363"/>
                <a:gd name="connsiteX1059" fmla="*/ 5491268 w 6570519"/>
                <a:gd name="connsiteY1059" fmla="*/ 2631951 h 3598363"/>
                <a:gd name="connsiteX1060" fmla="*/ 5487743 w 6570519"/>
                <a:gd name="connsiteY1060" fmla="*/ 2643183 h 3598363"/>
                <a:gd name="connsiteX1061" fmla="*/ 5452617 w 6570519"/>
                <a:gd name="connsiteY1061" fmla="*/ 2646151 h 3598363"/>
                <a:gd name="connsiteX1062" fmla="*/ 5440563 w 6570519"/>
                <a:gd name="connsiteY1062" fmla="*/ 2673256 h 3598363"/>
                <a:gd name="connsiteX1063" fmla="*/ 5435250 w 6570519"/>
                <a:gd name="connsiteY1063" fmla="*/ 2689751 h 3598363"/>
                <a:gd name="connsiteX1064" fmla="*/ 5395172 w 6570519"/>
                <a:gd name="connsiteY1064" fmla="*/ 2673912 h 3598363"/>
                <a:gd name="connsiteX1065" fmla="*/ 5372131 w 6570519"/>
                <a:gd name="connsiteY1065" fmla="*/ 2679864 h 3598363"/>
                <a:gd name="connsiteX1066" fmla="*/ 5314982 w 6570519"/>
                <a:gd name="connsiteY1066" fmla="*/ 2726432 h 3598363"/>
                <a:gd name="connsiteX1067" fmla="*/ 5289957 w 6570519"/>
                <a:gd name="connsiteY1067" fmla="*/ 2772737 h 3598363"/>
                <a:gd name="connsiteX1068" fmla="*/ 4816624 w 6570519"/>
                <a:gd name="connsiteY1068" fmla="*/ 2326177 h 3598363"/>
                <a:gd name="connsiteX1069" fmla="*/ 4814131 w 6570519"/>
                <a:gd name="connsiteY1069" fmla="*/ 2335080 h 3598363"/>
                <a:gd name="connsiteX1070" fmla="*/ 4834728 w 6570519"/>
                <a:gd name="connsiteY1070" fmla="*/ 2357545 h 3598363"/>
                <a:gd name="connsiteX1071" fmla="*/ 4853521 w 6570519"/>
                <a:gd name="connsiteY1071" fmla="*/ 2367432 h 3598363"/>
                <a:gd name="connsiteX1072" fmla="*/ 4864508 w 6570519"/>
                <a:gd name="connsiteY1072" fmla="*/ 2389552 h 3598363"/>
                <a:gd name="connsiteX1073" fmla="*/ 4878693 w 6570519"/>
                <a:gd name="connsiteY1073" fmla="*/ 2403112 h 3598363"/>
                <a:gd name="connsiteX1074" fmla="*/ 4890385 w 6570519"/>
                <a:gd name="connsiteY1074" fmla="*/ 2424921 h 3598363"/>
                <a:gd name="connsiteX1075" fmla="*/ 4902799 w 6570519"/>
                <a:gd name="connsiteY1075" fmla="*/ 2443400 h 3598363"/>
                <a:gd name="connsiteX1076" fmla="*/ 4918083 w 6570519"/>
                <a:gd name="connsiteY1076" fmla="*/ 2476424 h 3598363"/>
                <a:gd name="connsiteX1077" fmla="*/ 4952110 w 6570519"/>
                <a:gd name="connsiteY1077" fmla="*/ 2510793 h 3598363"/>
                <a:gd name="connsiteX1078" fmla="*/ 4982661 w 6570519"/>
                <a:gd name="connsiteY1078" fmla="*/ 2537864 h 3598363"/>
                <a:gd name="connsiteX1079" fmla="*/ 4998240 w 6570519"/>
                <a:gd name="connsiteY1079" fmla="*/ 2535897 h 3598363"/>
                <a:gd name="connsiteX1080" fmla="*/ 5008899 w 6570519"/>
                <a:gd name="connsiteY1080" fmla="*/ 2507808 h 3598363"/>
                <a:gd name="connsiteX1081" fmla="*/ 5000732 w 6570519"/>
                <a:gd name="connsiteY1081" fmla="*/ 2476424 h 3598363"/>
                <a:gd name="connsiteX1082" fmla="*/ 4984055 w 6570519"/>
                <a:gd name="connsiteY1082" fmla="*/ 2467176 h 3598363"/>
                <a:gd name="connsiteX1083" fmla="*/ 4971264 w 6570519"/>
                <a:gd name="connsiteY1083" fmla="*/ 2445384 h 3598363"/>
                <a:gd name="connsiteX1084" fmla="*/ 4963786 w 6570519"/>
                <a:gd name="connsiteY1084" fmla="*/ 2435136 h 3598363"/>
                <a:gd name="connsiteX1085" fmla="*/ 4962064 w 6570519"/>
                <a:gd name="connsiteY1085" fmla="*/ 2419624 h 3598363"/>
                <a:gd name="connsiteX1086" fmla="*/ 4949240 w 6570519"/>
                <a:gd name="connsiteY1086" fmla="*/ 2406424 h 3598363"/>
                <a:gd name="connsiteX1087" fmla="*/ 4922281 w 6570519"/>
                <a:gd name="connsiteY1087" fmla="*/ 2393520 h 3598363"/>
                <a:gd name="connsiteX1088" fmla="*/ 4886482 w 6570519"/>
                <a:gd name="connsiteY1088" fmla="*/ 2368744 h 3598363"/>
                <a:gd name="connsiteX1089" fmla="*/ 4862343 w 6570519"/>
                <a:gd name="connsiteY1089" fmla="*/ 2343656 h 3598363"/>
                <a:gd name="connsiteX1090" fmla="*/ 4816624 w 6570519"/>
                <a:gd name="connsiteY1090" fmla="*/ 2326177 h 3598363"/>
                <a:gd name="connsiteX1091" fmla="*/ 5023068 w 6570519"/>
                <a:gd name="connsiteY1091" fmla="*/ 2539209 h 3598363"/>
                <a:gd name="connsiteX1092" fmla="*/ 5004636 w 6570519"/>
                <a:gd name="connsiteY1092" fmla="*/ 2544489 h 3598363"/>
                <a:gd name="connsiteX1093" fmla="*/ 5008522 w 6570519"/>
                <a:gd name="connsiteY1093" fmla="*/ 2554721 h 3598363"/>
                <a:gd name="connsiteX1094" fmla="*/ 5015262 w 6570519"/>
                <a:gd name="connsiteY1094" fmla="*/ 2560673 h 3598363"/>
                <a:gd name="connsiteX1095" fmla="*/ 5029102 w 6570519"/>
                <a:gd name="connsiteY1095" fmla="*/ 2566936 h 3598363"/>
                <a:gd name="connsiteX1096" fmla="*/ 5064934 w 6570519"/>
                <a:gd name="connsiteY1096" fmla="*/ 2568576 h 3598363"/>
                <a:gd name="connsiteX1097" fmla="*/ 5096518 w 6570519"/>
                <a:gd name="connsiteY1097" fmla="*/ 2579152 h 3598363"/>
                <a:gd name="connsiteX1098" fmla="*/ 5150404 w 6570519"/>
                <a:gd name="connsiteY1098" fmla="*/ 2580808 h 3598363"/>
                <a:gd name="connsiteX1099" fmla="*/ 5151092 w 6570519"/>
                <a:gd name="connsiteY1099" fmla="*/ 2570249 h 3598363"/>
                <a:gd name="connsiteX1100" fmla="*/ 5129446 w 6570519"/>
                <a:gd name="connsiteY1100" fmla="*/ 2558033 h 3598363"/>
                <a:gd name="connsiteX1101" fmla="*/ 5094714 w 6570519"/>
                <a:gd name="connsiteY1101" fmla="*/ 2548113 h 3598363"/>
                <a:gd name="connsiteX1102" fmla="*/ 5078413 w 6570519"/>
                <a:gd name="connsiteY1102" fmla="*/ 2553064 h 3598363"/>
                <a:gd name="connsiteX1103" fmla="*/ 5052143 w 6570519"/>
                <a:gd name="connsiteY1103" fmla="*/ 2547457 h 3598363"/>
                <a:gd name="connsiteX1104" fmla="*/ 5032579 w 6570519"/>
                <a:gd name="connsiteY1104" fmla="*/ 2537225 h 3598363"/>
                <a:gd name="connsiteX1105" fmla="*/ 5023068 w 6570519"/>
                <a:gd name="connsiteY1105" fmla="*/ 2539209 h 3598363"/>
                <a:gd name="connsiteX1106" fmla="*/ 5203273 w 6570519"/>
                <a:gd name="connsiteY1106" fmla="*/ 2575529 h 3598363"/>
                <a:gd name="connsiteX1107" fmla="*/ 5189794 w 6570519"/>
                <a:gd name="connsiteY1107" fmla="*/ 2583793 h 3598363"/>
                <a:gd name="connsiteX1108" fmla="*/ 5210013 w 6570519"/>
                <a:gd name="connsiteY1108" fmla="*/ 2586433 h 3598363"/>
                <a:gd name="connsiteX1109" fmla="*/ 5247566 w 6570519"/>
                <a:gd name="connsiteY1109" fmla="*/ 2578497 h 3598363"/>
                <a:gd name="connsiteX1110" fmla="*/ 5236579 w 6570519"/>
                <a:gd name="connsiteY1110" fmla="*/ 2574856 h 3598363"/>
                <a:gd name="connsiteX1111" fmla="*/ 5218852 w 6570519"/>
                <a:gd name="connsiteY1111" fmla="*/ 2577841 h 3598363"/>
                <a:gd name="connsiteX1112" fmla="*/ 5203273 w 6570519"/>
                <a:gd name="connsiteY1112" fmla="*/ 2575529 h 3598363"/>
                <a:gd name="connsiteX1113" fmla="*/ 5269229 w 6570519"/>
                <a:gd name="connsiteY1113" fmla="*/ 2574217 h 3598363"/>
                <a:gd name="connsiteX1114" fmla="*/ 5268163 w 6570519"/>
                <a:gd name="connsiteY1114" fmla="*/ 2581481 h 3598363"/>
                <a:gd name="connsiteX1115" fmla="*/ 5294795 w 6570519"/>
                <a:gd name="connsiteY1115" fmla="*/ 2583793 h 3598363"/>
                <a:gd name="connsiteX1116" fmla="*/ 5317146 w 6570519"/>
                <a:gd name="connsiteY1116" fmla="*/ 2577513 h 3598363"/>
                <a:gd name="connsiteX1117" fmla="*/ 5346533 w 6570519"/>
                <a:gd name="connsiteY1117" fmla="*/ 2574217 h 3598363"/>
                <a:gd name="connsiteX1118" fmla="*/ 5357553 w 6570519"/>
                <a:gd name="connsiteY1118" fmla="*/ 2572905 h 3598363"/>
                <a:gd name="connsiteX1119" fmla="*/ 5349059 w 6570519"/>
                <a:gd name="connsiteY1119" fmla="*/ 2570921 h 3598363"/>
                <a:gd name="connsiteX1120" fmla="*/ 5328839 w 6570519"/>
                <a:gd name="connsiteY1120" fmla="*/ 2571577 h 3598363"/>
                <a:gd name="connsiteX1121" fmla="*/ 5303306 w 6570519"/>
                <a:gd name="connsiteY1121" fmla="*/ 2577857 h 3598363"/>
                <a:gd name="connsiteX1122" fmla="*/ 5285201 w 6570519"/>
                <a:gd name="connsiteY1122" fmla="*/ 2575873 h 3598363"/>
                <a:gd name="connsiteX1123" fmla="*/ 5269229 w 6570519"/>
                <a:gd name="connsiteY1123" fmla="*/ 2574217 h 3598363"/>
                <a:gd name="connsiteX1124" fmla="*/ 5340219 w 6570519"/>
                <a:gd name="connsiteY1124" fmla="*/ 2590401 h 3598363"/>
                <a:gd name="connsiteX1125" fmla="*/ 5339744 w 6570519"/>
                <a:gd name="connsiteY1125" fmla="*/ 2590729 h 3598363"/>
                <a:gd name="connsiteX1126" fmla="*/ 5331348 w 6570519"/>
                <a:gd name="connsiteY1126" fmla="*/ 2603158 h 3598363"/>
                <a:gd name="connsiteX1127" fmla="*/ 5330429 w 6570519"/>
                <a:gd name="connsiteY1127" fmla="*/ 2610094 h 3598363"/>
                <a:gd name="connsiteX1128" fmla="*/ 5353142 w 6570519"/>
                <a:gd name="connsiteY1128" fmla="*/ 2599567 h 3598363"/>
                <a:gd name="connsiteX1129" fmla="*/ 5373509 w 6570519"/>
                <a:gd name="connsiteY1129" fmla="*/ 2586187 h 3598363"/>
                <a:gd name="connsiteX1130" fmla="*/ 5395090 w 6570519"/>
                <a:gd name="connsiteY1130" fmla="*/ 2571577 h 3598363"/>
                <a:gd name="connsiteX1131" fmla="*/ 5378314 w 6570519"/>
                <a:gd name="connsiteY1131" fmla="*/ 2572577 h 3598363"/>
                <a:gd name="connsiteX1132" fmla="*/ 5358061 w 6570519"/>
                <a:gd name="connsiteY1132" fmla="*/ 2579513 h 3598363"/>
                <a:gd name="connsiteX1133" fmla="*/ 5340219 w 6570519"/>
                <a:gd name="connsiteY1133" fmla="*/ 2590401 h 3598363"/>
                <a:gd name="connsiteX1134" fmla="*/ 5266081 w 6570519"/>
                <a:gd name="connsiteY1134" fmla="*/ 2595599 h 3598363"/>
                <a:gd name="connsiteX1135" fmla="*/ 5247173 w 6570519"/>
                <a:gd name="connsiteY1135" fmla="*/ 2593992 h 3598363"/>
                <a:gd name="connsiteX1136" fmla="*/ 5252224 w 6570519"/>
                <a:gd name="connsiteY1136" fmla="*/ 2602682 h 3598363"/>
                <a:gd name="connsiteX1137" fmla="*/ 5276658 w 6570519"/>
                <a:gd name="connsiteY1137" fmla="*/ 2607257 h 3598363"/>
                <a:gd name="connsiteX1138" fmla="*/ 5266081 w 6570519"/>
                <a:gd name="connsiteY1138" fmla="*/ 2595599 h 3598363"/>
                <a:gd name="connsiteX1139" fmla="*/ 5181299 w 6570519"/>
                <a:gd name="connsiteY1139" fmla="*/ 2320225 h 3598363"/>
                <a:gd name="connsiteX1140" fmla="*/ 5178446 w 6570519"/>
                <a:gd name="connsiteY1140" fmla="*/ 2332440 h 3598363"/>
                <a:gd name="connsiteX1141" fmla="*/ 5156832 w 6570519"/>
                <a:gd name="connsiteY1141" fmla="*/ 2345985 h 3598363"/>
                <a:gd name="connsiteX1142" fmla="*/ 5132365 w 6570519"/>
                <a:gd name="connsiteY1142" fmla="*/ 2366465 h 3598363"/>
                <a:gd name="connsiteX1143" fmla="*/ 5104307 w 6570519"/>
                <a:gd name="connsiteY1143" fmla="*/ 2383977 h 3598363"/>
                <a:gd name="connsiteX1144" fmla="*/ 5106832 w 6570519"/>
                <a:gd name="connsiteY1144" fmla="*/ 2398816 h 3598363"/>
                <a:gd name="connsiteX1145" fmla="*/ 5091188 w 6570519"/>
                <a:gd name="connsiteY1145" fmla="*/ 2396504 h 3598363"/>
                <a:gd name="connsiteX1146" fmla="*/ 5079135 w 6570519"/>
                <a:gd name="connsiteY1146" fmla="*/ 2386928 h 3598363"/>
                <a:gd name="connsiteX1147" fmla="*/ 5066393 w 6570519"/>
                <a:gd name="connsiteY1147" fmla="*/ 2398816 h 3598363"/>
                <a:gd name="connsiteX1148" fmla="*/ 5067377 w 6570519"/>
                <a:gd name="connsiteY1148" fmla="*/ 2419624 h 3598363"/>
                <a:gd name="connsiteX1149" fmla="*/ 5063490 w 6570519"/>
                <a:gd name="connsiteY1149" fmla="*/ 2432168 h 3598363"/>
                <a:gd name="connsiteX1150" fmla="*/ 5070231 w 6570519"/>
                <a:gd name="connsiteY1150" fmla="*/ 2447368 h 3598363"/>
                <a:gd name="connsiteX1151" fmla="*/ 5082365 w 6570519"/>
                <a:gd name="connsiteY1151" fmla="*/ 2450336 h 3598363"/>
                <a:gd name="connsiteX1152" fmla="*/ 5091188 w 6570519"/>
                <a:gd name="connsiteY1152" fmla="*/ 2480409 h 3598363"/>
                <a:gd name="connsiteX1153" fmla="*/ 5111408 w 6570519"/>
                <a:gd name="connsiteY1153" fmla="*/ 2481064 h 3598363"/>
                <a:gd name="connsiteX1154" fmla="*/ 5132004 w 6570519"/>
                <a:gd name="connsiteY1154" fmla="*/ 2483688 h 3598363"/>
                <a:gd name="connsiteX1155" fmla="*/ 5155045 w 6570519"/>
                <a:gd name="connsiteY1155" fmla="*/ 2486344 h 3598363"/>
                <a:gd name="connsiteX1156" fmla="*/ 5184497 w 6570519"/>
                <a:gd name="connsiteY1156" fmla="*/ 2493936 h 3598363"/>
                <a:gd name="connsiteX1157" fmla="*/ 5195484 w 6570519"/>
                <a:gd name="connsiteY1157" fmla="*/ 2483688 h 3598363"/>
                <a:gd name="connsiteX1158" fmla="*/ 5205782 w 6570519"/>
                <a:gd name="connsiteY1158" fmla="*/ 2452320 h 3598363"/>
                <a:gd name="connsiteX1159" fmla="*/ 5216770 w 6570519"/>
                <a:gd name="connsiteY1159" fmla="*/ 2435136 h 3598363"/>
                <a:gd name="connsiteX1160" fmla="*/ 5223510 w 6570519"/>
                <a:gd name="connsiteY1160" fmla="*/ 2409720 h 3598363"/>
                <a:gd name="connsiteX1161" fmla="*/ 5236268 w 6570519"/>
                <a:gd name="connsiteY1161" fmla="*/ 2408064 h 3598363"/>
                <a:gd name="connsiteX1162" fmla="*/ 5240843 w 6570519"/>
                <a:gd name="connsiteY1162" fmla="*/ 2398160 h 3598363"/>
                <a:gd name="connsiteX1163" fmla="*/ 5226330 w 6570519"/>
                <a:gd name="connsiteY1163" fmla="*/ 2388584 h 3598363"/>
                <a:gd name="connsiteX1164" fmla="*/ 5223100 w 6570519"/>
                <a:gd name="connsiteY1164" fmla="*/ 2366120 h 3598363"/>
                <a:gd name="connsiteX1165" fmla="*/ 5222411 w 6570519"/>
                <a:gd name="connsiteY1165" fmla="*/ 2350936 h 3598363"/>
                <a:gd name="connsiteX1166" fmla="*/ 5234103 w 6570519"/>
                <a:gd name="connsiteY1166" fmla="*/ 2336720 h 3598363"/>
                <a:gd name="connsiteX1167" fmla="*/ 5244795 w 6570519"/>
                <a:gd name="connsiteY1167" fmla="*/ 2325488 h 3598363"/>
                <a:gd name="connsiteX1168" fmla="*/ 5236514 w 6570519"/>
                <a:gd name="connsiteY1168" fmla="*/ 2317388 h 3598363"/>
                <a:gd name="connsiteX1169" fmla="*/ 5207865 w 6570519"/>
                <a:gd name="connsiteY1169" fmla="*/ 2292464 h 3598363"/>
                <a:gd name="connsiteX1170" fmla="*/ 5181299 w 6570519"/>
                <a:gd name="connsiteY1170" fmla="*/ 2320225 h 3598363"/>
                <a:gd name="connsiteX1171" fmla="*/ 6229409 w 6570519"/>
                <a:gd name="connsiteY1171" fmla="*/ 3021433 h 3598363"/>
                <a:gd name="connsiteX1172" fmla="*/ 6230917 w 6570519"/>
                <a:gd name="connsiteY1172" fmla="*/ 3030026 h 3598363"/>
                <a:gd name="connsiteX1173" fmla="*/ 6244365 w 6570519"/>
                <a:gd name="connsiteY1173" fmla="*/ 3036945 h 3598363"/>
                <a:gd name="connsiteX1174" fmla="*/ 6256418 w 6570519"/>
                <a:gd name="connsiteY1174" fmla="*/ 3060081 h 3598363"/>
                <a:gd name="connsiteX1175" fmla="*/ 6264551 w 6570519"/>
                <a:gd name="connsiteY1175" fmla="*/ 3070313 h 3598363"/>
                <a:gd name="connsiteX1176" fmla="*/ 6264961 w 6570519"/>
                <a:gd name="connsiteY1176" fmla="*/ 3099058 h 3598363"/>
                <a:gd name="connsiteX1177" fmla="*/ 6255401 w 6570519"/>
                <a:gd name="connsiteY1177" fmla="*/ 3120194 h 3598363"/>
                <a:gd name="connsiteX1178" fmla="*/ 6269947 w 6570519"/>
                <a:gd name="connsiteY1178" fmla="*/ 3128786 h 3598363"/>
                <a:gd name="connsiteX1179" fmla="*/ 6272767 w 6570519"/>
                <a:gd name="connsiteY1179" fmla="*/ 3138690 h 3598363"/>
                <a:gd name="connsiteX1180" fmla="*/ 6262846 w 6570519"/>
                <a:gd name="connsiteY1180" fmla="*/ 3150578 h 3598363"/>
                <a:gd name="connsiteX1181" fmla="*/ 6284820 w 6570519"/>
                <a:gd name="connsiteY1181" fmla="*/ 3151233 h 3598363"/>
                <a:gd name="connsiteX1182" fmla="*/ 6307204 w 6570519"/>
                <a:gd name="connsiteY1182" fmla="*/ 3119521 h 3598363"/>
                <a:gd name="connsiteX1183" fmla="*/ 6311780 w 6570519"/>
                <a:gd name="connsiteY1183" fmla="*/ 3107289 h 3598363"/>
                <a:gd name="connsiteX1184" fmla="*/ 6325998 w 6570519"/>
                <a:gd name="connsiteY1184" fmla="*/ 3095073 h 3598363"/>
                <a:gd name="connsiteX1185" fmla="*/ 6330950 w 6570519"/>
                <a:gd name="connsiteY1185" fmla="*/ 3072953 h 3598363"/>
                <a:gd name="connsiteX1186" fmla="*/ 6312813 w 6570519"/>
                <a:gd name="connsiteY1186" fmla="*/ 3080545 h 3598363"/>
                <a:gd name="connsiteX1187" fmla="*/ 6295807 w 6570519"/>
                <a:gd name="connsiteY1187" fmla="*/ 3079201 h 3598363"/>
                <a:gd name="connsiteX1188" fmla="*/ 6284115 w 6570519"/>
                <a:gd name="connsiteY1188" fmla="*/ 3068969 h 3598363"/>
                <a:gd name="connsiteX1189" fmla="*/ 6277703 w 6570519"/>
                <a:gd name="connsiteY1189" fmla="*/ 3058721 h 3598363"/>
                <a:gd name="connsiteX1190" fmla="*/ 6270258 w 6570519"/>
                <a:gd name="connsiteY1190" fmla="*/ 3066329 h 3598363"/>
                <a:gd name="connsiteX1191" fmla="*/ 6262453 w 6570519"/>
                <a:gd name="connsiteY1191" fmla="*/ 3052457 h 3598363"/>
                <a:gd name="connsiteX1192" fmla="*/ 6256040 w 6570519"/>
                <a:gd name="connsiteY1192" fmla="*/ 3039585 h 3598363"/>
                <a:gd name="connsiteX1193" fmla="*/ 6243331 w 6570519"/>
                <a:gd name="connsiteY1193" fmla="*/ 3024696 h 3598363"/>
                <a:gd name="connsiteX1194" fmla="*/ 6229409 w 6570519"/>
                <a:gd name="connsiteY1194" fmla="*/ 3021433 h 3598363"/>
                <a:gd name="connsiteX1195" fmla="*/ 6231574 w 6570519"/>
                <a:gd name="connsiteY1195" fmla="*/ 3141330 h 3598363"/>
                <a:gd name="connsiteX1196" fmla="*/ 6212814 w 6570519"/>
                <a:gd name="connsiteY1196" fmla="*/ 3162137 h 3598363"/>
                <a:gd name="connsiteX1197" fmla="*/ 6199662 w 6570519"/>
                <a:gd name="connsiteY1197" fmla="*/ 3185586 h 3598363"/>
                <a:gd name="connsiteX1198" fmla="*/ 6169553 w 6570519"/>
                <a:gd name="connsiteY1198" fmla="*/ 3209050 h 3598363"/>
                <a:gd name="connsiteX1199" fmla="*/ 6140462 w 6570519"/>
                <a:gd name="connsiteY1199" fmla="*/ 3229858 h 3598363"/>
                <a:gd name="connsiteX1200" fmla="*/ 6112109 w 6570519"/>
                <a:gd name="connsiteY1200" fmla="*/ 3266850 h 3598363"/>
                <a:gd name="connsiteX1201" fmla="*/ 6134083 w 6570519"/>
                <a:gd name="connsiteY1201" fmla="*/ 3272802 h 3598363"/>
                <a:gd name="connsiteX1202" fmla="*/ 6176621 w 6570519"/>
                <a:gd name="connsiteY1202" fmla="*/ 3272474 h 3598363"/>
                <a:gd name="connsiteX1203" fmla="*/ 6204647 w 6570519"/>
                <a:gd name="connsiteY1203" fmla="*/ 3223578 h 3598363"/>
                <a:gd name="connsiteX1204" fmla="*/ 6228392 w 6570519"/>
                <a:gd name="connsiteY1204" fmla="*/ 3200458 h 3598363"/>
                <a:gd name="connsiteX1205" fmla="*/ 6256778 w 6570519"/>
                <a:gd name="connsiteY1205" fmla="*/ 3166106 h 3598363"/>
                <a:gd name="connsiteX1206" fmla="*/ 6252171 w 6570519"/>
                <a:gd name="connsiteY1206" fmla="*/ 3147921 h 3598363"/>
                <a:gd name="connsiteX1207" fmla="*/ 6239019 w 6570519"/>
                <a:gd name="connsiteY1207" fmla="*/ 3154546 h 3598363"/>
                <a:gd name="connsiteX1208" fmla="*/ 6231574 w 6570519"/>
                <a:gd name="connsiteY1208" fmla="*/ 3141330 h 3598363"/>
                <a:gd name="connsiteX1209" fmla="*/ 6147924 w 6570519"/>
                <a:gd name="connsiteY1209" fmla="*/ 3268211 h 3598363"/>
                <a:gd name="connsiteX1210" fmla="*/ 6131033 w 6570519"/>
                <a:gd name="connsiteY1210" fmla="*/ 3286494 h 3598363"/>
                <a:gd name="connsiteX1211" fmla="*/ 6147235 w 6570519"/>
                <a:gd name="connsiteY1211" fmla="*/ 3282722 h 3598363"/>
                <a:gd name="connsiteX1212" fmla="*/ 6147924 w 6570519"/>
                <a:gd name="connsiteY1212" fmla="*/ 3268211 h 3598363"/>
                <a:gd name="connsiteX1213" fmla="*/ 5726148 w 6570519"/>
                <a:gd name="connsiteY1213" fmla="*/ 3181617 h 3598363"/>
                <a:gd name="connsiteX1214" fmla="*/ 5716554 w 6570519"/>
                <a:gd name="connsiteY1214" fmla="*/ 3200130 h 3598363"/>
                <a:gd name="connsiteX1215" fmla="*/ 5726853 w 6570519"/>
                <a:gd name="connsiteY1215" fmla="*/ 3226218 h 3598363"/>
                <a:gd name="connsiteX1216" fmla="*/ 5759863 w 6570519"/>
                <a:gd name="connsiteY1216" fmla="*/ 3233826 h 3598363"/>
                <a:gd name="connsiteX1217" fmla="*/ 5781116 w 6570519"/>
                <a:gd name="connsiteY1217" fmla="*/ 3206393 h 3598363"/>
                <a:gd name="connsiteX1218" fmla="*/ 5791087 w 6570519"/>
                <a:gd name="connsiteY1218" fmla="*/ 3174698 h 3598363"/>
                <a:gd name="connsiteX1219" fmla="*/ 5773327 w 6570519"/>
                <a:gd name="connsiteY1219" fmla="*/ 3183946 h 3598363"/>
                <a:gd name="connsiteX1220" fmla="*/ 5746367 w 6570519"/>
                <a:gd name="connsiteY1220" fmla="*/ 3191210 h 3598363"/>
                <a:gd name="connsiteX1221" fmla="*/ 5726148 w 6570519"/>
                <a:gd name="connsiteY1221" fmla="*/ 3181617 h 3598363"/>
                <a:gd name="connsiteX1222" fmla="*/ 5549484 w 6570519"/>
                <a:gd name="connsiteY1222" fmla="*/ 2472489 h 3598363"/>
                <a:gd name="connsiteX1223" fmla="*/ 5523213 w 6570519"/>
                <a:gd name="connsiteY1223" fmla="*/ 2446057 h 3598363"/>
                <a:gd name="connsiteX1224" fmla="*/ 5483495 w 6570519"/>
                <a:gd name="connsiteY1224" fmla="*/ 2432840 h 3598363"/>
                <a:gd name="connsiteX1225" fmla="*/ 5479248 w 6570519"/>
                <a:gd name="connsiteY1225" fmla="*/ 2445401 h 3598363"/>
                <a:gd name="connsiteX1226" fmla="*/ 5499074 w 6570519"/>
                <a:gd name="connsiteY1226" fmla="*/ 2453337 h 3598363"/>
                <a:gd name="connsiteX1227" fmla="*/ 5518966 w 6570519"/>
                <a:gd name="connsiteY1227" fmla="*/ 2459945 h 3598363"/>
                <a:gd name="connsiteX1228" fmla="*/ 5506175 w 6570519"/>
                <a:gd name="connsiteY1228" fmla="*/ 2475785 h 3598363"/>
                <a:gd name="connsiteX1229" fmla="*/ 5549484 w 6570519"/>
                <a:gd name="connsiteY1229" fmla="*/ 2496265 h 3598363"/>
                <a:gd name="connsiteX1230" fmla="*/ 5602025 w 6570519"/>
                <a:gd name="connsiteY1230" fmla="*/ 2524025 h 3598363"/>
                <a:gd name="connsiteX1231" fmla="*/ 5604108 w 6570519"/>
                <a:gd name="connsiteY1231" fmla="*/ 2549129 h 3598363"/>
                <a:gd name="connsiteX1232" fmla="*/ 5587775 w 6570519"/>
                <a:gd name="connsiteY1232" fmla="*/ 2561689 h 3598363"/>
                <a:gd name="connsiteX1233" fmla="*/ 5626099 w 6570519"/>
                <a:gd name="connsiteY1233" fmla="*/ 2565641 h 3598363"/>
                <a:gd name="connsiteX1234" fmla="*/ 5654452 w 6570519"/>
                <a:gd name="connsiteY1234" fmla="*/ 2580841 h 3598363"/>
                <a:gd name="connsiteX1235" fmla="*/ 5699188 w 6570519"/>
                <a:gd name="connsiteY1235" fmla="*/ 2559689 h 3598363"/>
                <a:gd name="connsiteX1236" fmla="*/ 5734659 w 6570519"/>
                <a:gd name="connsiteY1236" fmla="*/ 2559033 h 3598363"/>
                <a:gd name="connsiteX1237" fmla="*/ 5793563 w 6570519"/>
                <a:gd name="connsiteY1237" fmla="*/ 2592057 h 3598363"/>
                <a:gd name="connsiteX1238" fmla="*/ 5816242 w 6570519"/>
                <a:gd name="connsiteY1238" fmla="*/ 2594041 h 3598363"/>
                <a:gd name="connsiteX1239" fmla="*/ 5767948 w 6570519"/>
                <a:gd name="connsiteY1239" fmla="*/ 2546473 h 3598363"/>
                <a:gd name="connsiteX1240" fmla="*/ 5735347 w 6570519"/>
                <a:gd name="connsiteY1240" fmla="*/ 2510809 h 3598363"/>
                <a:gd name="connsiteX1241" fmla="*/ 5675771 w 6570519"/>
                <a:gd name="connsiteY1241" fmla="*/ 2467865 h 3598363"/>
                <a:gd name="connsiteX1242" fmla="*/ 5599861 w 6570519"/>
                <a:gd name="connsiteY1242" fmla="*/ 2446057 h 3598363"/>
                <a:gd name="connsiteX1243" fmla="*/ 5549484 w 6570519"/>
                <a:gd name="connsiteY1243" fmla="*/ 2472489 h 3598363"/>
                <a:gd name="connsiteX1244" fmla="*/ 5362866 w 6570519"/>
                <a:gd name="connsiteY1244" fmla="*/ 2406424 h 3598363"/>
                <a:gd name="connsiteX1245" fmla="*/ 5342974 w 6570519"/>
                <a:gd name="connsiteY1245" fmla="*/ 2404375 h 3598363"/>
                <a:gd name="connsiteX1246" fmla="*/ 5319524 w 6570519"/>
                <a:gd name="connsiteY1246" fmla="*/ 2406424 h 3598363"/>
                <a:gd name="connsiteX1247" fmla="*/ 5276264 w 6570519"/>
                <a:gd name="connsiteY1247" fmla="*/ 2408081 h 3598363"/>
                <a:gd name="connsiteX1248" fmla="*/ 5268721 w 6570519"/>
                <a:gd name="connsiteY1248" fmla="*/ 2437710 h 3598363"/>
                <a:gd name="connsiteX1249" fmla="*/ 5247074 w 6570519"/>
                <a:gd name="connsiteY1249" fmla="*/ 2485820 h 3598363"/>
                <a:gd name="connsiteX1250" fmla="*/ 5245762 w 6570519"/>
                <a:gd name="connsiteY1250" fmla="*/ 2506414 h 3598363"/>
                <a:gd name="connsiteX1251" fmla="*/ 5259029 w 6570519"/>
                <a:gd name="connsiteY1251" fmla="*/ 2513810 h 3598363"/>
                <a:gd name="connsiteX1252" fmla="*/ 5255946 w 6570519"/>
                <a:gd name="connsiteY1252" fmla="*/ 2551671 h 3598363"/>
                <a:gd name="connsiteX1253" fmla="*/ 5274477 w 6570519"/>
                <a:gd name="connsiteY1253" fmla="*/ 2559476 h 3598363"/>
                <a:gd name="connsiteX1254" fmla="*/ 5275789 w 6570519"/>
                <a:gd name="connsiteY1254" fmla="*/ 2547145 h 3598363"/>
                <a:gd name="connsiteX1255" fmla="*/ 5281102 w 6570519"/>
                <a:gd name="connsiteY1255" fmla="*/ 2517089 h 3598363"/>
                <a:gd name="connsiteX1256" fmla="*/ 5281102 w 6570519"/>
                <a:gd name="connsiteY1256" fmla="*/ 2492411 h 3598363"/>
                <a:gd name="connsiteX1257" fmla="*/ 5288203 w 6570519"/>
                <a:gd name="connsiteY1257" fmla="*/ 2496511 h 3598363"/>
                <a:gd name="connsiteX1258" fmla="*/ 5302748 w 6570519"/>
                <a:gd name="connsiteY1258" fmla="*/ 2526550 h 3598363"/>
                <a:gd name="connsiteX1259" fmla="*/ 5320000 w 6570519"/>
                <a:gd name="connsiteY1259" fmla="*/ 2535192 h 3598363"/>
                <a:gd name="connsiteX1260" fmla="*/ 5334545 w 6570519"/>
                <a:gd name="connsiteY1260" fmla="*/ 2522861 h 3598363"/>
                <a:gd name="connsiteX1261" fmla="*/ 5320000 w 6570519"/>
                <a:gd name="connsiteY1261" fmla="*/ 2513400 h 3598363"/>
                <a:gd name="connsiteX1262" fmla="*/ 5315966 w 6570519"/>
                <a:gd name="connsiteY1262" fmla="*/ 2487886 h 3598363"/>
                <a:gd name="connsiteX1263" fmla="*/ 5313358 w 6570519"/>
                <a:gd name="connsiteY1263" fmla="*/ 2469767 h 3598363"/>
                <a:gd name="connsiteX1264" fmla="*/ 5333217 w 6570519"/>
                <a:gd name="connsiteY1264" fmla="*/ 2452500 h 3598363"/>
                <a:gd name="connsiteX1265" fmla="*/ 5351354 w 6570519"/>
                <a:gd name="connsiteY1265" fmla="*/ 2450041 h 3598363"/>
                <a:gd name="connsiteX1266" fmla="*/ 5332348 w 6570519"/>
                <a:gd name="connsiteY1266" fmla="*/ 2445515 h 3598363"/>
                <a:gd name="connsiteX1267" fmla="*/ 5300944 w 6570519"/>
                <a:gd name="connsiteY1267" fmla="*/ 2455796 h 3598363"/>
                <a:gd name="connsiteX1268" fmla="*/ 5281085 w 6570519"/>
                <a:gd name="connsiteY1268" fmla="*/ 2454567 h 3598363"/>
                <a:gd name="connsiteX1269" fmla="*/ 5279331 w 6570519"/>
                <a:gd name="connsiteY1269" fmla="*/ 2428643 h 3598363"/>
                <a:gd name="connsiteX1270" fmla="*/ 5307619 w 6570519"/>
                <a:gd name="connsiteY1270" fmla="*/ 2422067 h 3598363"/>
                <a:gd name="connsiteX1271" fmla="*/ 5344286 w 6570519"/>
                <a:gd name="connsiteY1271" fmla="*/ 2421248 h 3598363"/>
                <a:gd name="connsiteX1272" fmla="*/ 5378756 w 6570519"/>
                <a:gd name="connsiteY1272" fmla="*/ 2406867 h 3598363"/>
                <a:gd name="connsiteX1273" fmla="*/ 5390629 w 6570519"/>
                <a:gd name="connsiteY1273" fmla="*/ 2384633 h 3598363"/>
                <a:gd name="connsiteX1274" fmla="*/ 5362866 w 6570519"/>
                <a:gd name="connsiteY1274" fmla="*/ 2406424 h 3598363"/>
                <a:gd name="connsiteX1275" fmla="*/ 5422508 w 6570519"/>
                <a:gd name="connsiteY1275" fmla="*/ 2370416 h 3598363"/>
                <a:gd name="connsiteX1276" fmla="*/ 5400124 w 6570519"/>
                <a:gd name="connsiteY1276" fmla="*/ 2388240 h 3598363"/>
                <a:gd name="connsiteX1277" fmla="*/ 5402945 w 6570519"/>
                <a:gd name="connsiteY1277" fmla="*/ 2402456 h 3598363"/>
                <a:gd name="connsiteX1278" fmla="*/ 5406175 w 6570519"/>
                <a:gd name="connsiteY1278" fmla="*/ 2429856 h 3598363"/>
                <a:gd name="connsiteX1279" fmla="*/ 5417868 w 6570519"/>
                <a:gd name="connsiteY1279" fmla="*/ 2437464 h 3598363"/>
                <a:gd name="connsiteX1280" fmla="*/ 5421426 w 6570519"/>
                <a:gd name="connsiteY1280" fmla="*/ 2419641 h 3598363"/>
                <a:gd name="connsiteX1281" fmla="*/ 5421426 w 6570519"/>
                <a:gd name="connsiteY1281" fmla="*/ 2396865 h 3598363"/>
                <a:gd name="connsiteX1282" fmla="*/ 5422508 w 6570519"/>
                <a:gd name="connsiteY1282" fmla="*/ 2370416 h 3598363"/>
                <a:gd name="connsiteX1283" fmla="*/ 5381692 w 6570519"/>
                <a:gd name="connsiteY1283" fmla="*/ 2478884 h 3598363"/>
                <a:gd name="connsiteX1284" fmla="*/ 5359340 w 6570519"/>
                <a:gd name="connsiteY1284" fmla="*/ 2485262 h 3598363"/>
                <a:gd name="connsiteX1285" fmla="*/ 5374870 w 6570519"/>
                <a:gd name="connsiteY1285" fmla="*/ 2497986 h 3598363"/>
                <a:gd name="connsiteX1286" fmla="*/ 5381692 w 6570519"/>
                <a:gd name="connsiteY1286" fmla="*/ 2478884 h 3598363"/>
                <a:gd name="connsiteX1287" fmla="*/ 5414112 w 6570519"/>
                <a:gd name="connsiteY1287" fmla="*/ 2473358 h 3598363"/>
                <a:gd name="connsiteX1288" fmla="*/ 5408176 w 6570519"/>
                <a:gd name="connsiteY1288" fmla="*/ 2495018 h 3598363"/>
                <a:gd name="connsiteX1289" fmla="*/ 5422361 w 6570519"/>
                <a:gd name="connsiteY1289" fmla="*/ 2495871 h 3598363"/>
                <a:gd name="connsiteX1290" fmla="*/ 5441482 w 6570519"/>
                <a:gd name="connsiteY1290" fmla="*/ 2486098 h 3598363"/>
                <a:gd name="connsiteX1291" fmla="*/ 5476624 w 6570519"/>
                <a:gd name="connsiteY1291" fmla="*/ 2494166 h 3598363"/>
                <a:gd name="connsiteX1292" fmla="*/ 5463440 w 6570519"/>
                <a:gd name="connsiteY1292" fmla="*/ 2476752 h 3598363"/>
                <a:gd name="connsiteX1293" fmla="*/ 5414112 w 6570519"/>
                <a:gd name="connsiteY1293" fmla="*/ 2473358 h 3598363"/>
                <a:gd name="connsiteX1294" fmla="*/ 5089597 w 6570519"/>
                <a:gd name="connsiteY1294" fmla="*/ 2053180 h 3598363"/>
                <a:gd name="connsiteX1295" fmla="*/ 5070771 w 6570519"/>
                <a:gd name="connsiteY1295" fmla="*/ 2053672 h 3598363"/>
                <a:gd name="connsiteX1296" fmla="*/ 5058538 w 6570519"/>
                <a:gd name="connsiteY1296" fmla="*/ 2062444 h 3598363"/>
                <a:gd name="connsiteX1297" fmla="*/ 5057325 w 6570519"/>
                <a:gd name="connsiteY1297" fmla="*/ 2074824 h 3598363"/>
                <a:gd name="connsiteX1298" fmla="*/ 5072887 w 6570519"/>
                <a:gd name="connsiteY1298" fmla="*/ 2083745 h 3598363"/>
                <a:gd name="connsiteX1299" fmla="*/ 5083907 w 6570519"/>
                <a:gd name="connsiteY1299" fmla="*/ 2078137 h 3598363"/>
                <a:gd name="connsiteX1300" fmla="*/ 5092631 w 6570519"/>
                <a:gd name="connsiteY1300" fmla="*/ 2065921 h 3598363"/>
                <a:gd name="connsiteX1301" fmla="*/ 5099191 w 6570519"/>
                <a:gd name="connsiteY1301" fmla="*/ 2057345 h 3598363"/>
                <a:gd name="connsiteX1302" fmla="*/ 5094533 w 6570519"/>
                <a:gd name="connsiteY1302" fmla="*/ 2049573 h 3598363"/>
                <a:gd name="connsiteX1303" fmla="*/ 5089597 w 6570519"/>
                <a:gd name="connsiteY1303" fmla="*/ 2053180 h 3598363"/>
                <a:gd name="connsiteX1304" fmla="*/ 5281676 w 6570519"/>
                <a:gd name="connsiteY1304" fmla="*/ 2076136 h 3598363"/>
                <a:gd name="connsiteX1305" fmla="*/ 5269951 w 6570519"/>
                <a:gd name="connsiteY1305" fmla="*/ 2096616 h 3598363"/>
                <a:gd name="connsiteX1306" fmla="*/ 5269213 w 6570519"/>
                <a:gd name="connsiteY1306" fmla="*/ 2117096 h 3598363"/>
                <a:gd name="connsiteX1307" fmla="*/ 5271000 w 6570519"/>
                <a:gd name="connsiteY1307" fmla="*/ 2125360 h 3598363"/>
                <a:gd name="connsiteX1308" fmla="*/ 5261768 w 6570519"/>
                <a:gd name="connsiteY1308" fmla="*/ 2118424 h 3598363"/>
                <a:gd name="connsiteX1309" fmla="*/ 5259308 w 6570519"/>
                <a:gd name="connsiteY1309" fmla="*/ 2133297 h 3598363"/>
                <a:gd name="connsiteX1310" fmla="*/ 5267114 w 6570519"/>
                <a:gd name="connsiteY1310" fmla="*/ 2148153 h 3598363"/>
                <a:gd name="connsiteX1311" fmla="*/ 5282692 w 6570519"/>
                <a:gd name="connsiteY1311" fmla="*/ 2158073 h 3598363"/>
                <a:gd name="connsiteX1312" fmla="*/ 5291220 w 6570519"/>
                <a:gd name="connsiteY1312" fmla="*/ 2170289 h 3598363"/>
                <a:gd name="connsiteX1313" fmla="*/ 5309324 w 6570519"/>
                <a:gd name="connsiteY1313" fmla="*/ 2179225 h 3598363"/>
                <a:gd name="connsiteX1314" fmla="*/ 5315671 w 6570519"/>
                <a:gd name="connsiteY1314" fmla="*/ 2167977 h 3598363"/>
                <a:gd name="connsiteX1315" fmla="*/ 5329921 w 6570519"/>
                <a:gd name="connsiteY1315" fmla="*/ 2180865 h 3598363"/>
                <a:gd name="connsiteX1316" fmla="*/ 5338744 w 6570519"/>
                <a:gd name="connsiteY1316" fmla="*/ 2186801 h 3598363"/>
                <a:gd name="connsiteX1317" fmla="*/ 5334168 w 6570519"/>
                <a:gd name="connsiteY1317" fmla="*/ 2171617 h 3598363"/>
                <a:gd name="connsiteX1318" fmla="*/ 5329511 w 6570519"/>
                <a:gd name="connsiteY1318" fmla="*/ 2163025 h 3598363"/>
                <a:gd name="connsiteX1319" fmla="*/ 5305766 w 6570519"/>
                <a:gd name="connsiteY1319" fmla="*/ 2157745 h 3598363"/>
                <a:gd name="connsiteX1320" fmla="*/ 5293352 w 6570519"/>
                <a:gd name="connsiteY1320" fmla="*/ 2148841 h 3598363"/>
                <a:gd name="connsiteX1321" fmla="*/ 5292286 w 6570519"/>
                <a:gd name="connsiteY1321" fmla="*/ 2123409 h 3598363"/>
                <a:gd name="connsiteX1322" fmla="*/ 5300452 w 6570519"/>
                <a:gd name="connsiteY1322" fmla="*/ 2118457 h 3598363"/>
                <a:gd name="connsiteX1323" fmla="*/ 5305061 w 6570519"/>
                <a:gd name="connsiteY1323" fmla="*/ 2092041 h 3598363"/>
                <a:gd name="connsiteX1324" fmla="*/ 5306093 w 6570519"/>
                <a:gd name="connsiteY1324" fmla="*/ 2078842 h 3598363"/>
                <a:gd name="connsiteX1325" fmla="*/ 5281676 w 6570519"/>
                <a:gd name="connsiteY1325" fmla="*/ 2076136 h 3598363"/>
                <a:gd name="connsiteX1326" fmla="*/ 5366097 w 6570519"/>
                <a:gd name="connsiteY1326" fmla="*/ 2253619 h 3598363"/>
                <a:gd name="connsiteX1327" fmla="*/ 5356930 w 6570519"/>
                <a:gd name="connsiteY1327" fmla="*/ 2255620 h 3598363"/>
                <a:gd name="connsiteX1328" fmla="*/ 5348107 w 6570519"/>
                <a:gd name="connsiteY1328" fmla="*/ 2260572 h 3598363"/>
                <a:gd name="connsiteX1329" fmla="*/ 5332725 w 6570519"/>
                <a:gd name="connsiteY1329" fmla="*/ 2272574 h 3598363"/>
                <a:gd name="connsiteX1330" fmla="*/ 5332840 w 6570519"/>
                <a:gd name="connsiteY1330" fmla="*/ 2264540 h 3598363"/>
                <a:gd name="connsiteX1331" fmla="*/ 5326215 w 6570519"/>
                <a:gd name="connsiteY1331" fmla="*/ 2260572 h 3598363"/>
                <a:gd name="connsiteX1332" fmla="*/ 5312227 w 6570519"/>
                <a:gd name="connsiteY1332" fmla="*/ 2272820 h 3598363"/>
                <a:gd name="connsiteX1333" fmla="*/ 5299223 w 6570519"/>
                <a:gd name="connsiteY1333" fmla="*/ 2288693 h 3598363"/>
                <a:gd name="connsiteX1334" fmla="*/ 5303765 w 6570519"/>
                <a:gd name="connsiteY1334" fmla="*/ 2295137 h 3598363"/>
                <a:gd name="connsiteX1335" fmla="*/ 5311604 w 6570519"/>
                <a:gd name="connsiteY1335" fmla="*/ 2285233 h 3598363"/>
                <a:gd name="connsiteX1336" fmla="*/ 5326330 w 6570519"/>
                <a:gd name="connsiteY1336" fmla="*/ 2276674 h 3598363"/>
                <a:gd name="connsiteX1337" fmla="*/ 5337399 w 6570519"/>
                <a:gd name="connsiteY1337" fmla="*/ 2280511 h 3598363"/>
                <a:gd name="connsiteX1338" fmla="*/ 5338317 w 6570519"/>
                <a:gd name="connsiteY1338" fmla="*/ 2297990 h 3598363"/>
                <a:gd name="connsiteX1339" fmla="*/ 5347222 w 6570519"/>
                <a:gd name="connsiteY1339" fmla="*/ 2312846 h 3598363"/>
                <a:gd name="connsiteX1340" fmla="*/ 5360406 w 6570519"/>
                <a:gd name="connsiteY1340" fmla="*/ 2312354 h 3598363"/>
                <a:gd name="connsiteX1341" fmla="*/ 5367441 w 6570519"/>
                <a:gd name="connsiteY1341" fmla="*/ 2307648 h 3598363"/>
                <a:gd name="connsiteX1342" fmla="*/ 5363161 w 6570519"/>
                <a:gd name="connsiteY1342" fmla="*/ 2294776 h 3598363"/>
                <a:gd name="connsiteX1343" fmla="*/ 5369721 w 6570519"/>
                <a:gd name="connsiteY1343" fmla="*/ 2286725 h 3598363"/>
                <a:gd name="connsiteX1344" fmla="*/ 5375067 w 6570519"/>
                <a:gd name="connsiteY1344" fmla="*/ 2297859 h 3598363"/>
                <a:gd name="connsiteX1345" fmla="*/ 5379675 w 6570519"/>
                <a:gd name="connsiteY1345" fmla="*/ 2299089 h 3598363"/>
                <a:gd name="connsiteX1346" fmla="*/ 5382643 w 6570519"/>
                <a:gd name="connsiteY1346" fmla="*/ 2277297 h 3598363"/>
                <a:gd name="connsiteX1347" fmla="*/ 5381036 w 6570519"/>
                <a:gd name="connsiteY1347" fmla="*/ 2261818 h 3598363"/>
                <a:gd name="connsiteX1348" fmla="*/ 5374477 w 6570519"/>
                <a:gd name="connsiteY1348" fmla="*/ 2249192 h 3598363"/>
                <a:gd name="connsiteX1349" fmla="*/ 5363883 w 6570519"/>
                <a:gd name="connsiteY1349" fmla="*/ 2240157 h 3598363"/>
                <a:gd name="connsiteX1350" fmla="*/ 5366097 w 6570519"/>
                <a:gd name="connsiteY1350" fmla="*/ 2253619 h 3598363"/>
                <a:gd name="connsiteX1351" fmla="*/ 5325231 w 6570519"/>
                <a:gd name="connsiteY1351" fmla="*/ 2213184 h 3598363"/>
                <a:gd name="connsiteX1352" fmla="*/ 5317753 w 6570519"/>
                <a:gd name="connsiteY1352" fmla="*/ 2201411 h 3598363"/>
                <a:gd name="connsiteX1353" fmla="*/ 5298042 w 6570519"/>
                <a:gd name="connsiteY1353" fmla="*/ 2189637 h 3598363"/>
                <a:gd name="connsiteX1354" fmla="*/ 5279511 w 6570519"/>
                <a:gd name="connsiteY1354" fmla="*/ 2203263 h 3598363"/>
                <a:gd name="connsiteX1355" fmla="*/ 5295894 w 6570519"/>
                <a:gd name="connsiteY1355" fmla="*/ 2219234 h 3598363"/>
                <a:gd name="connsiteX1356" fmla="*/ 5311866 w 6570519"/>
                <a:gd name="connsiteY1356" fmla="*/ 2215365 h 3598363"/>
                <a:gd name="connsiteX1357" fmla="*/ 5303224 w 6570519"/>
                <a:gd name="connsiteY1357" fmla="*/ 2223285 h 3598363"/>
                <a:gd name="connsiteX1358" fmla="*/ 5300108 w 6570519"/>
                <a:gd name="connsiteY1358" fmla="*/ 2244798 h 3598363"/>
                <a:gd name="connsiteX1359" fmla="*/ 5311505 w 6570519"/>
                <a:gd name="connsiteY1359" fmla="*/ 2252521 h 3598363"/>
                <a:gd name="connsiteX1360" fmla="*/ 5327445 w 6570519"/>
                <a:gd name="connsiteY1360" fmla="*/ 2229482 h 3598363"/>
                <a:gd name="connsiteX1361" fmla="*/ 5337743 w 6570519"/>
                <a:gd name="connsiteY1361" fmla="*/ 2211675 h 3598363"/>
                <a:gd name="connsiteX1362" fmla="*/ 5337924 w 6570519"/>
                <a:gd name="connsiteY1362" fmla="*/ 2196213 h 3598363"/>
                <a:gd name="connsiteX1363" fmla="*/ 5325231 w 6570519"/>
                <a:gd name="connsiteY1363" fmla="*/ 2213184 h 3598363"/>
                <a:gd name="connsiteX1364" fmla="*/ 5345352 w 6570519"/>
                <a:gd name="connsiteY1364" fmla="*/ 2188965 h 3598363"/>
                <a:gd name="connsiteX1365" fmla="*/ 5344516 w 6570519"/>
                <a:gd name="connsiteY1365" fmla="*/ 2194540 h 3598363"/>
                <a:gd name="connsiteX1366" fmla="*/ 5355979 w 6570519"/>
                <a:gd name="connsiteY1366" fmla="*/ 2206691 h 3598363"/>
                <a:gd name="connsiteX1367" fmla="*/ 5352125 w 6570519"/>
                <a:gd name="connsiteY1367" fmla="*/ 2211643 h 3598363"/>
                <a:gd name="connsiteX1368" fmla="*/ 5345860 w 6570519"/>
                <a:gd name="connsiteY1368" fmla="*/ 2210150 h 3598363"/>
                <a:gd name="connsiteX1369" fmla="*/ 5345057 w 6570519"/>
                <a:gd name="connsiteY1369" fmla="*/ 2215955 h 3598363"/>
                <a:gd name="connsiteX1370" fmla="*/ 5348911 w 6570519"/>
                <a:gd name="connsiteY1370" fmla="*/ 2220431 h 3598363"/>
                <a:gd name="connsiteX1371" fmla="*/ 5352125 w 6570519"/>
                <a:gd name="connsiteY1371" fmla="*/ 2232450 h 3598363"/>
                <a:gd name="connsiteX1372" fmla="*/ 5355454 w 6570519"/>
                <a:gd name="connsiteY1372" fmla="*/ 2235287 h 3598363"/>
                <a:gd name="connsiteX1373" fmla="*/ 5355011 w 6570519"/>
                <a:gd name="connsiteY1373" fmla="*/ 2219185 h 3598363"/>
                <a:gd name="connsiteX1374" fmla="*/ 5358488 w 6570519"/>
                <a:gd name="connsiteY1374" fmla="*/ 2212003 h 3598363"/>
                <a:gd name="connsiteX1375" fmla="*/ 5364457 w 6570519"/>
                <a:gd name="connsiteY1375" fmla="*/ 2214594 h 3598363"/>
                <a:gd name="connsiteX1376" fmla="*/ 5364605 w 6570519"/>
                <a:gd name="connsiteY1376" fmla="*/ 2194655 h 3598363"/>
                <a:gd name="connsiteX1377" fmla="*/ 5353142 w 6570519"/>
                <a:gd name="connsiteY1377" fmla="*/ 2188473 h 3598363"/>
                <a:gd name="connsiteX1378" fmla="*/ 5345352 w 6570519"/>
                <a:gd name="connsiteY1378" fmla="*/ 2188965 h 3598363"/>
                <a:gd name="connsiteX1379" fmla="*/ 5253585 w 6570519"/>
                <a:gd name="connsiteY1379" fmla="*/ 2211888 h 3598363"/>
                <a:gd name="connsiteX1380" fmla="*/ 5247731 w 6570519"/>
                <a:gd name="connsiteY1380" fmla="*/ 2224153 h 3598363"/>
                <a:gd name="connsiteX1381" fmla="*/ 5235612 w 6570519"/>
                <a:gd name="connsiteY1381" fmla="*/ 2243223 h 3598363"/>
                <a:gd name="connsiteX1382" fmla="*/ 5214621 w 6570519"/>
                <a:gd name="connsiteY1382" fmla="*/ 2265638 h 3598363"/>
                <a:gd name="connsiteX1383" fmla="*/ 5224740 w 6570519"/>
                <a:gd name="connsiteY1383" fmla="*/ 2261539 h 3598363"/>
                <a:gd name="connsiteX1384" fmla="*/ 5245844 w 6570519"/>
                <a:gd name="connsiteY1384" fmla="*/ 2242338 h 3598363"/>
                <a:gd name="connsiteX1385" fmla="*/ 5254274 w 6570519"/>
                <a:gd name="connsiteY1385" fmla="*/ 2235041 h 3598363"/>
                <a:gd name="connsiteX1386" fmla="*/ 5259439 w 6570519"/>
                <a:gd name="connsiteY1386" fmla="*/ 2221776 h 3598363"/>
                <a:gd name="connsiteX1387" fmla="*/ 5253585 w 6570519"/>
                <a:gd name="connsiteY1387" fmla="*/ 2211888 h 3598363"/>
                <a:gd name="connsiteX1388" fmla="*/ 5840890 w 6570519"/>
                <a:gd name="connsiteY1388" fmla="*/ 2482393 h 3598363"/>
                <a:gd name="connsiteX1389" fmla="*/ 5835035 w 6570519"/>
                <a:gd name="connsiteY1389" fmla="*/ 2501053 h 3598363"/>
                <a:gd name="connsiteX1390" fmla="*/ 5807846 w 6570519"/>
                <a:gd name="connsiteY1390" fmla="*/ 2509300 h 3598363"/>
                <a:gd name="connsiteX1391" fmla="*/ 5794252 w 6570519"/>
                <a:gd name="connsiteY1391" fmla="*/ 2507497 h 3598363"/>
                <a:gd name="connsiteX1392" fmla="*/ 5785347 w 6570519"/>
                <a:gd name="connsiteY1392" fmla="*/ 2513596 h 3598363"/>
                <a:gd name="connsiteX1393" fmla="*/ 5805747 w 6570519"/>
                <a:gd name="connsiteY1393" fmla="*/ 2524009 h 3598363"/>
                <a:gd name="connsiteX1394" fmla="*/ 5846531 w 6570519"/>
                <a:gd name="connsiteY1394" fmla="*/ 2511137 h 3598363"/>
                <a:gd name="connsiteX1395" fmla="*/ 5857223 w 6570519"/>
                <a:gd name="connsiteY1395" fmla="*/ 2495281 h 3598363"/>
                <a:gd name="connsiteX1396" fmla="*/ 5840890 w 6570519"/>
                <a:gd name="connsiteY1396" fmla="*/ 2482393 h 3598363"/>
                <a:gd name="connsiteX1397" fmla="*/ 5886970 w 6570519"/>
                <a:gd name="connsiteY1397" fmla="*/ 2502217 h 3598363"/>
                <a:gd name="connsiteX1398" fmla="*/ 5895661 w 6570519"/>
                <a:gd name="connsiteY1398" fmla="*/ 2516253 h 3598363"/>
                <a:gd name="connsiteX1399" fmla="*/ 5917685 w 6570519"/>
                <a:gd name="connsiteY1399" fmla="*/ 2528649 h 3598363"/>
                <a:gd name="connsiteX1400" fmla="*/ 5912552 w 6570519"/>
                <a:gd name="connsiteY1400" fmla="*/ 2519237 h 3598363"/>
                <a:gd name="connsiteX1401" fmla="*/ 5899400 w 6570519"/>
                <a:gd name="connsiteY1401" fmla="*/ 2501561 h 3598363"/>
                <a:gd name="connsiteX1402" fmla="*/ 5886970 w 6570519"/>
                <a:gd name="connsiteY1402" fmla="*/ 2502217 h 3598363"/>
                <a:gd name="connsiteX1403" fmla="*/ 5287875 w 6570519"/>
                <a:gd name="connsiteY1403" fmla="*/ 1946828 h 3598363"/>
                <a:gd name="connsiteX1404" fmla="*/ 5263949 w 6570519"/>
                <a:gd name="connsiteY1404" fmla="*/ 1978540 h 3598363"/>
                <a:gd name="connsiteX1405" fmla="*/ 5279921 w 6570519"/>
                <a:gd name="connsiteY1405" fmla="*/ 2008104 h 3598363"/>
                <a:gd name="connsiteX1406" fmla="*/ 5291942 w 6570519"/>
                <a:gd name="connsiteY1406" fmla="*/ 1991264 h 3598363"/>
                <a:gd name="connsiteX1407" fmla="*/ 5301322 w 6570519"/>
                <a:gd name="connsiteY1407" fmla="*/ 1951960 h 3598363"/>
                <a:gd name="connsiteX1408" fmla="*/ 5287875 w 6570519"/>
                <a:gd name="connsiteY1408" fmla="*/ 1946828 h 3598363"/>
                <a:gd name="connsiteX1409" fmla="*/ 5677197 w 6570519"/>
                <a:gd name="connsiteY1409" fmla="*/ 1234207 h 3598363"/>
                <a:gd name="connsiteX1410" fmla="*/ 5676509 w 6570519"/>
                <a:gd name="connsiteY1410" fmla="*/ 1260295 h 3598363"/>
                <a:gd name="connsiteX1411" fmla="*/ 5665522 w 6570519"/>
                <a:gd name="connsiteY1411" fmla="*/ 1283415 h 3598363"/>
                <a:gd name="connsiteX1412" fmla="*/ 5667243 w 6570519"/>
                <a:gd name="connsiteY1412" fmla="*/ 1316767 h 3598363"/>
                <a:gd name="connsiteX1413" fmla="*/ 5668998 w 6570519"/>
                <a:gd name="connsiteY1413" fmla="*/ 1333279 h 3598363"/>
                <a:gd name="connsiteX1414" fmla="*/ 5667604 w 6570519"/>
                <a:gd name="connsiteY1414" fmla="*/ 1369943 h 3598363"/>
                <a:gd name="connsiteX1415" fmla="*/ 5663357 w 6570519"/>
                <a:gd name="connsiteY1415" fmla="*/ 1395030 h 3598363"/>
                <a:gd name="connsiteX1416" fmla="*/ 5663357 w 6570519"/>
                <a:gd name="connsiteY1416" fmla="*/ 1425431 h 3598363"/>
                <a:gd name="connsiteX1417" fmla="*/ 5663029 w 6570519"/>
                <a:gd name="connsiteY1417" fmla="*/ 1461767 h 3598363"/>
                <a:gd name="connsiteX1418" fmla="*/ 5669703 w 6570519"/>
                <a:gd name="connsiteY1418" fmla="*/ 1456159 h 3598363"/>
                <a:gd name="connsiteX1419" fmla="*/ 5687135 w 6570519"/>
                <a:gd name="connsiteY1419" fmla="*/ 1458143 h 3598363"/>
                <a:gd name="connsiteX1420" fmla="*/ 5692448 w 6570519"/>
                <a:gd name="connsiteY1420" fmla="*/ 1463751 h 3598363"/>
                <a:gd name="connsiteX1421" fmla="*/ 5689267 w 6570519"/>
                <a:gd name="connsiteY1421" fmla="*/ 1442270 h 3598363"/>
                <a:gd name="connsiteX1422" fmla="*/ 5678608 w 6570519"/>
                <a:gd name="connsiteY1422" fmla="*/ 1399671 h 3598363"/>
                <a:gd name="connsiteX1423" fmla="*/ 5695646 w 6570519"/>
                <a:gd name="connsiteY1423" fmla="*/ 1374222 h 3598363"/>
                <a:gd name="connsiteX1424" fmla="*/ 5715538 w 6570519"/>
                <a:gd name="connsiteY1424" fmla="*/ 1390078 h 3598363"/>
                <a:gd name="connsiteX1425" fmla="*/ 5710192 w 6570519"/>
                <a:gd name="connsiteY1425" fmla="*/ 1371582 h 3598363"/>
                <a:gd name="connsiteX1426" fmla="*/ 5700598 w 6570519"/>
                <a:gd name="connsiteY1426" fmla="*/ 1338230 h 3598363"/>
                <a:gd name="connsiteX1427" fmla="*/ 5687857 w 6570519"/>
                <a:gd name="connsiteY1427" fmla="*/ 1303878 h 3598363"/>
                <a:gd name="connsiteX1428" fmla="*/ 5687529 w 6570519"/>
                <a:gd name="connsiteY1428" fmla="*/ 1285382 h 3598363"/>
                <a:gd name="connsiteX1429" fmla="*/ 5689988 w 6570519"/>
                <a:gd name="connsiteY1429" fmla="*/ 1258639 h 3598363"/>
                <a:gd name="connsiteX1430" fmla="*/ 5683642 w 6570519"/>
                <a:gd name="connsiteY1430" fmla="*/ 1226582 h 3598363"/>
                <a:gd name="connsiteX1431" fmla="*/ 5674738 w 6570519"/>
                <a:gd name="connsiteY1431" fmla="*/ 1230206 h 3598363"/>
                <a:gd name="connsiteX1432" fmla="*/ 5677197 w 6570519"/>
                <a:gd name="connsiteY1432" fmla="*/ 1234207 h 3598363"/>
                <a:gd name="connsiteX1433" fmla="*/ 5666538 w 6570519"/>
                <a:gd name="connsiteY1433" fmla="*/ 1487232 h 3598363"/>
                <a:gd name="connsiteX1434" fmla="*/ 5663029 w 6570519"/>
                <a:gd name="connsiteY1434" fmla="*/ 1509335 h 3598363"/>
                <a:gd name="connsiteX1435" fmla="*/ 5658782 w 6570519"/>
                <a:gd name="connsiteY1435" fmla="*/ 1531127 h 3598363"/>
                <a:gd name="connsiteX1436" fmla="*/ 5642071 w 6570519"/>
                <a:gd name="connsiteY1436" fmla="*/ 1533455 h 3598363"/>
                <a:gd name="connsiteX1437" fmla="*/ 5636397 w 6570519"/>
                <a:gd name="connsiteY1437" fmla="*/ 1546999 h 3598363"/>
                <a:gd name="connsiteX1438" fmla="*/ 5624344 w 6570519"/>
                <a:gd name="connsiteY1438" fmla="*/ 1562199 h 3598363"/>
                <a:gd name="connsiteX1439" fmla="*/ 5634315 w 6570519"/>
                <a:gd name="connsiteY1439" fmla="*/ 1585975 h 3598363"/>
                <a:gd name="connsiteX1440" fmla="*/ 5643481 w 6570519"/>
                <a:gd name="connsiteY1440" fmla="*/ 1578711 h 3598363"/>
                <a:gd name="connsiteX1441" fmla="*/ 5651287 w 6570519"/>
                <a:gd name="connsiteY1441" fmla="*/ 1576399 h 3598363"/>
                <a:gd name="connsiteX1442" fmla="*/ 5642465 w 6570519"/>
                <a:gd name="connsiteY1442" fmla="*/ 1569463 h 3598363"/>
                <a:gd name="connsiteX1443" fmla="*/ 5636414 w 6570519"/>
                <a:gd name="connsiteY1443" fmla="*/ 1555919 h 3598363"/>
                <a:gd name="connsiteX1444" fmla="*/ 5653780 w 6570519"/>
                <a:gd name="connsiteY1444" fmla="*/ 1555919 h 3598363"/>
                <a:gd name="connsiteX1445" fmla="*/ 5673344 w 6570519"/>
                <a:gd name="connsiteY1445" fmla="*/ 1558231 h 3598363"/>
                <a:gd name="connsiteX1446" fmla="*/ 5692465 w 6570519"/>
                <a:gd name="connsiteY1446" fmla="*/ 1566823 h 3598363"/>
                <a:gd name="connsiteX1447" fmla="*/ 5697417 w 6570519"/>
                <a:gd name="connsiteY1447" fmla="*/ 1550951 h 3598363"/>
                <a:gd name="connsiteX1448" fmla="*/ 5721556 w 6570519"/>
                <a:gd name="connsiteY1448" fmla="*/ 1544359 h 3598363"/>
                <a:gd name="connsiteX1449" fmla="*/ 5736134 w 6570519"/>
                <a:gd name="connsiteY1449" fmla="*/ 1535423 h 3598363"/>
                <a:gd name="connsiteX1450" fmla="*/ 5730756 w 6570519"/>
                <a:gd name="connsiteY1450" fmla="*/ 1514287 h 3598363"/>
                <a:gd name="connsiteX1451" fmla="*/ 5716587 w 6570519"/>
                <a:gd name="connsiteY1451" fmla="*/ 1516583 h 3598363"/>
                <a:gd name="connsiteX1452" fmla="*/ 5697417 w 6570519"/>
                <a:gd name="connsiteY1452" fmla="*/ 1512614 h 3598363"/>
                <a:gd name="connsiteX1453" fmla="*/ 5672983 w 6570519"/>
                <a:gd name="connsiteY1453" fmla="*/ 1483559 h 3598363"/>
                <a:gd name="connsiteX1454" fmla="*/ 5666538 w 6570519"/>
                <a:gd name="connsiteY1454" fmla="*/ 1487232 h 3598363"/>
                <a:gd name="connsiteX1455" fmla="*/ 5634774 w 6570519"/>
                <a:gd name="connsiteY1455" fmla="*/ 1595551 h 3598363"/>
                <a:gd name="connsiteX1456" fmla="*/ 5627886 w 6570519"/>
                <a:gd name="connsiteY1456" fmla="*/ 1615605 h 3598363"/>
                <a:gd name="connsiteX1457" fmla="*/ 5626246 w 6570519"/>
                <a:gd name="connsiteY1457" fmla="*/ 1644595 h 3598363"/>
                <a:gd name="connsiteX1458" fmla="*/ 5599910 w 6570519"/>
                <a:gd name="connsiteY1458" fmla="*/ 1688704 h 3598363"/>
                <a:gd name="connsiteX1459" fmla="*/ 5576017 w 6570519"/>
                <a:gd name="connsiteY1459" fmla="*/ 1694377 h 3598363"/>
                <a:gd name="connsiteX1460" fmla="*/ 5579969 w 6570519"/>
                <a:gd name="connsiteY1460" fmla="*/ 1683719 h 3598363"/>
                <a:gd name="connsiteX1461" fmla="*/ 5565899 w 6570519"/>
                <a:gd name="connsiteY1461" fmla="*/ 1681751 h 3598363"/>
                <a:gd name="connsiteX1462" fmla="*/ 5565063 w 6570519"/>
                <a:gd name="connsiteY1462" fmla="*/ 1692901 h 3598363"/>
                <a:gd name="connsiteX1463" fmla="*/ 5555797 w 6570519"/>
                <a:gd name="connsiteY1463" fmla="*/ 1715956 h 3598363"/>
                <a:gd name="connsiteX1464" fmla="*/ 5550451 w 6570519"/>
                <a:gd name="connsiteY1464" fmla="*/ 1725368 h 3598363"/>
                <a:gd name="connsiteX1465" fmla="*/ 5537956 w 6570519"/>
                <a:gd name="connsiteY1465" fmla="*/ 1719678 h 3598363"/>
                <a:gd name="connsiteX1466" fmla="*/ 5514030 w 6570519"/>
                <a:gd name="connsiteY1466" fmla="*/ 1723138 h 3598363"/>
                <a:gd name="connsiteX1467" fmla="*/ 5493006 w 6570519"/>
                <a:gd name="connsiteY1467" fmla="*/ 1738256 h 3598363"/>
                <a:gd name="connsiteX1468" fmla="*/ 5466113 w 6570519"/>
                <a:gd name="connsiteY1468" fmla="*/ 1752357 h 3598363"/>
                <a:gd name="connsiteX1469" fmla="*/ 5450682 w 6570519"/>
                <a:gd name="connsiteY1469" fmla="*/ 1773182 h 3598363"/>
                <a:gd name="connsiteX1470" fmla="*/ 5440055 w 6570519"/>
                <a:gd name="connsiteY1470" fmla="*/ 1792498 h 3598363"/>
                <a:gd name="connsiteX1471" fmla="*/ 5447205 w 6570519"/>
                <a:gd name="connsiteY1471" fmla="*/ 1794006 h 3598363"/>
                <a:gd name="connsiteX1472" fmla="*/ 5454421 w 6570519"/>
                <a:gd name="connsiteY1472" fmla="*/ 1785578 h 3598363"/>
                <a:gd name="connsiteX1473" fmla="*/ 5458126 w 6570519"/>
                <a:gd name="connsiteY1473" fmla="*/ 1793744 h 3598363"/>
                <a:gd name="connsiteX1474" fmla="*/ 5449927 w 6570519"/>
                <a:gd name="connsiteY1474" fmla="*/ 1810092 h 3598363"/>
                <a:gd name="connsiteX1475" fmla="*/ 5455749 w 6570519"/>
                <a:gd name="connsiteY1475" fmla="*/ 1824718 h 3598363"/>
                <a:gd name="connsiteX1476" fmla="*/ 5475132 w 6570519"/>
                <a:gd name="connsiteY1476" fmla="*/ 1812322 h 3598363"/>
                <a:gd name="connsiteX1477" fmla="*/ 5485316 w 6570519"/>
                <a:gd name="connsiteY1477" fmla="*/ 1787038 h 3598363"/>
                <a:gd name="connsiteX1478" fmla="*/ 5473049 w 6570519"/>
                <a:gd name="connsiteY1478" fmla="*/ 1771198 h 3598363"/>
                <a:gd name="connsiteX1479" fmla="*/ 5472246 w 6570519"/>
                <a:gd name="connsiteY1479" fmla="*/ 1761769 h 3598363"/>
                <a:gd name="connsiteX1480" fmla="*/ 5489792 w 6570519"/>
                <a:gd name="connsiteY1480" fmla="*/ 1757309 h 3598363"/>
                <a:gd name="connsiteX1481" fmla="*/ 5522000 w 6570519"/>
                <a:gd name="connsiteY1481" fmla="*/ 1750127 h 3598363"/>
                <a:gd name="connsiteX1482" fmla="*/ 5548090 w 6570519"/>
                <a:gd name="connsiteY1482" fmla="*/ 1746897 h 3598363"/>
                <a:gd name="connsiteX1483" fmla="*/ 5553108 w 6570519"/>
                <a:gd name="connsiteY1483" fmla="*/ 1768197 h 3598363"/>
                <a:gd name="connsiteX1484" fmla="*/ 5570917 w 6570519"/>
                <a:gd name="connsiteY1484" fmla="*/ 1760786 h 3598363"/>
                <a:gd name="connsiteX1485" fmla="*/ 5570704 w 6570519"/>
                <a:gd name="connsiteY1485" fmla="*/ 1750390 h 3598363"/>
                <a:gd name="connsiteX1486" fmla="*/ 5574705 w 6570519"/>
                <a:gd name="connsiteY1486" fmla="*/ 1741470 h 3598363"/>
                <a:gd name="connsiteX1487" fmla="*/ 5593318 w 6570519"/>
                <a:gd name="connsiteY1487" fmla="*/ 1744208 h 3598363"/>
                <a:gd name="connsiteX1488" fmla="*/ 5612226 w 6570519"/>
                <a:gd name="connsiteY1488" fmla="*/ 1735764 h 3598363"/>
                <a:gd name="connsiteX1489" fmla="*/ 5624213 w 6570519"/>
                <a:gd name="connsiteY1489" fmla="*/ 1736747 h 3598363"/>
                <a:gd name="connsiteX1490" fmla="*/ 5630035 w 6570519"/>
                <a:gd name="connsiteY1490" fmla="*/ 1739469 h 3598363"/>
                <a:gd name="connsiteX1491" fmla="*/ 5651058 w 6570519"/>
                <a:gd name="connsiteY1491" fmla="*/ 1731041 h 3598363"/>
                <a:gd name="connsiteX1492" fmla="*/ 5651320 w 6570519"/>
                <a:gd name="connsiteY1492" fmla="*/ 1720383 h 3598363"/>
                <a:gd name="connsiteX1493" fmla="*/ 5647614 w 6570519"/>
                <a:gd name="connsiteY1493" fmla="*/ 1695853 h 3598363"/>
                <a:gd name="connsiteX1494" fmla="*/ 5650549 w 6570519"/>
                <a:gd name="connsiteY1494" fmla="*/ 1672815 h 3598363"/>
                <a:gd name="connsiteX1495" fmla="*/ 5656666 w 6570519"/>
                <a:gd name="connsiteY1495" fmla="*/ 1662649 h 3598363"/>
                <a:gd name="connsiteX1496" fmla="*/ 5663291 w 6570519"/>
                <a:gd name="connsiteY1496" fmla="*/ 1645087 h 3598363"/>
                <a:gd name="connsiteX1497" fmla="*/ 5666768 w 6570519"/>
                <a:gd name="connsiteY1497" fmla="*/ 1622771 h 3598363"/>
                <a:gd name="connsiteX1498" fmla="*/ 5658814 w 6570519"/>
                <a:gd name="connsiteY1498" fmla="*/ 1601979 h 3598363"/>
                <a:gd name="connsiteX1499" fmla="*/ 5660602 w 6570519"/>
                <a:gd name="connsiteY1499" fmla="*/ 1582909 h 3598363"/>
                <a:gd name="connsiteX1500" fmla="*/ 5643859 w 6570519"/>
                <a:gd name="connsiteY1500" fmla="*/ 1592075 h 3598363"/>
                <a:gd name="connsiteX1501" fmla="*/ 5642251 w 6570519"/>
                <a:gd name="connsiteY1501" fmla="*/ 1595551 h 3598363"/>
                <a:gd name="connsiteX1502" fmla="*/ 5634774 w 6570519"/>
                <a:gd name="connsiteY1502" fmla="*/ 1595551 h 3598363"/>
                <a:gd name="connsiteX1503" fmla="*/ 5535496 w 6570519"/>
                <a:gd name="connsiteY1503" fmla="*/ 1744421 h 3598363"/>
                <a:gd name="connsiteX1504" fmla="*/ 5499369 w 6570519"/>
                <a:gd name="connsiteY1504" fmla="*/ 1751702 h 3598363"/>
                <a:gd name="connsiteX1505" fmla="*/ 5489514 w 6570519"/>
                <a:gd name="connsiteY1505" fmla="*/ 1768082 h 3598363"/>
                <a:gd name="connsiteX1506" fmla="*/ 5495860 w 6570519"/>
                <a:gd name="connsiteY1506" fmla="*/ 1791563 h 3598363"/>
                <a:gd name="connsiteX1507" fmla="*/ 5511029 w 6570519"/>
                <a:gd name="connsiteY1507" fmla="*/ 1786906 h 3598363"/>
                <a:gd name="connsiteX1508" fmla="*/ 5527624 w 6570519"/>
                <a:gd name="connsiteY1508" fmla="*/ 1768640 h 3598363"/>
                <a:gd name="connsiteX1509" fmla="*/ 5544253 w 6570519"/>
                <a:gd name="connsiteY1509" fmla="*/ 1764737 h 3598363"/>
                <a:gd name="connsiteX1510" fmla="*/ 5547336 w 6570519"/>
                <a:gd name="connsiteY1510" fmla="*/ 1743109 h 3598363"/>
                <a:gd name="connsiteX1511" fmla="*/ 5535496 w 6570519"/>
                <a:gd name="connsiteY1511" fmla="*/ 1744421 h 3598363"/>
                <a:gd name="connsiteX1512" fmla="*/ 6529605 w 6570519"/>
                <a:gd name="connsiteY1512" fmla="*/ 1010746 h 3598363"/>
                <a:gd name="connsiteX1513" fmla="*/ 6506335 w 6570519"/>
                <a:gd name="connsiteY1513" fmla="*/ 1009926 h 3598363"/>
                <a:gd name="connsiteX1514" fmla="*/ 6513599 w 6570519"/>
                <a:gd name="connsiteY1514" fmla="*/ 1021814 h 3598363"/>
                <a:gd name="connsiteX1515" fmla="*/ 6539493 w 6570519"/>
                <a:gd name="connsiteY1515" fmla="*/ 1026455 h 3598363"/>
                <a:gd name="connsiteX1516" fmla="*/ 6559893 w 6570519"/>
                <a:gd name="connsiteY1516" fmla="*/ 1032538 h 3598363"/>
                <a:gd name="connsiteX1517" fmla="*/ 6570519 w 6570519"/>
                <a:gd name="connsiteY1517" fmla="*/ 1027750 h 3598363"/>
                <a:gd name="connsiteX1518" fmla="*/ 6529605 w 6570519"/>
                <a:gd name="connsiteY1518" fmla="*/ 1010746 h 3598363"/>
                <a:gd name="connsiteX1519" fmla="*/ 6337444 w 6570519"/>
                <a:gd name="connsiteY1519" fmla="*/ 746112 h 3598363"/>
                <a:gd name="connsiteX1520" fmla="*/ 6327851 w 6570519"/>
                <a:gd name="connsiteY1520" fmla="*/ 757016 h 3598363"/>
                <a:gd name="connsiteX1521" fmla="*/ 6352285 w 6570519"/>
                <a:gd name="connsiteY1521" fmla="*/ 771134 h 3598363"/>
                <a:gd name="connsiteX1522" fmla="*/ 6383721 w 6570519"/>
                <a:gd name="connsiteY1522" fmla="*/ 768412 h 3598363"/>
                <a:gd name="connsiteX1523" fmla="*/ 6415846 w 6570519"/>
                <a:gd name="connsiteY1523" fmla="*/ 762722 h 3598363"/>
                <a:gd name="connsiteX1524" fmla="*/ 6403137 w 6570519"/>
                <a:gd name="connsiteY1524" fmla="*/ 748358 h 3598363"/>
                <a:gd name="connsiteX1525" fmla="*/ 6361583 w 6570519"/>
                <a:gd name="connsiteY1525" fmla="*/ 749588 h 3598363"/>
                <a:gd name="connsiteX1526" fmla="*/ 6337444 w 6570519"/>
                <a:gd name="connsiteY1526" fmla="*/ 746112 h 3598363"/>
                <a:gd name="connsiteX1527" fmla="*/ 5738004 w 6570519"/>
                <a:gd name="connsiteY1527" fmla="*/ 522930 h 3598363"/>
                <a:gd name="connsiteX1528" fmla="*/ 5774163 w 6570519"/>
                <a:gd name="connsiteY1528" fmla="*/ 549674 h 3598363"/>
                <a:gd name="connsiteX1529" fmla="*/ 5811454 w 6570519"/>
                <a:gd name="connsiteY1529" fmla="*/ 550166 h 3598363"/>
                <a:gd name="connsiteX1530" fmla="*/ 5835642 w 6570519"/>
                <a:gd name="connsiteY1530" fmla="*/ 534326 h 3598363"/>
                <a:gd name="connsiteX1531" fmla="*/ 5812520 w 6570519"/>
                <a:gd name="connsiteY1531" fmla="*/ 528374 h 3598363"/>
                <a:gd name="connsiteX1532" fmla="*/ 5782953 w 6570519"/>
                <a:gd name="connsiteY1532" fmla="*/ 528374 h 3598363"/>
                <a:gd name="connsiteX1533" fmla="*/ 5778197 w 6570519"/>
                <a:gd name="connsiteY1533" fmla="*/ 518962 h 3598363"/>
                <a:gd name="connsiteX1534" fmla="*/ 5760618 w 6570519"/>
                <a:gd name="connsiteY1534" fmla="*/ 518470 h 3598363"/>
                <a:gd name="connsiteX1535" fmla="*/ 5751566 w 6570519"/>
                <a:gd name="connsiteY1535" fmla="*/ 511764 h 3598363"/>
                <a:gd name="connsiteX1536" fmla="*/ 5738004 w 6570519"/>
                <a:gd name="connsiteY1536" fmla="*/ 522930 h 3598363"/>
                <a:gd name="connsiteX1537" fmla="*/ 5633708 w 6570519"/>
                <a:gd name="connsiteY1537" fmla="*/ 556839 h 3598363"/>
                <a:gd name="connsiteX1538" fmla="*/ 5635545 w 6570519"/>
                <a:gd name="connsiteY1538" fmla="*/ 572450 h 3598363"/>
                <a:gd name="connsiteX1539" fmla="*/ 5638004 w 6570519"/>
                <a:gd name="connsiteY1539" fmla="*/ 585321 h 3598363"/>
                <a:gd name="connsiteX1540" fmla="*/ 5652878 w 6570519"/>
                <a:gd name="connsiteY1540" fmla="*/ 591765 h 3598363"/>
                <a:gd name="connsiteX1541" fmla="*/ 5683248 w 6570519"/>
                <a:gd name="connsiteY1541" fmla="*/ 613311 h 3598363"/>
                <a:gd name="connsiteX1542" fmla="*/ 5698893 w 6570519"/>
                <a:gd name="connsiteY1542" fmla="*/ 612557 h 3598363"/>
                <a:gd name="connsiteX1543" fmla="*/ 5686905 w 6570519"/>
                <a:gd name="connsiteY1543" fmla="*/ 590765 h 3598363"/>
                <a:gd name="connsiteX1544" fmla="*/ 5655764 w 6570519"/>
                <a:gd name="connsiteY1544" fmla="*/ 565005 h 3598363"/>
                <a:gd name="connsiteX1545" fmla="*/ 5633708 w 6570519"/>
                <a:gd name="connsiteY1545" fmla="*/ 556839 h 3598363"/>
                <a:gd name="connsiteX1546" fmla="*/ 5728706 w 6570519"/>
                <a:gd name="connsiteY1546" fmla="*/ 508304 h 3598363"/>
                <a:gd name="connsiteX1547" fmla="*/ 5694629 w 6570519"/>
                <a:gd name="connsiteY1547" fmla="*/ 487233 h 3598363"/>
                <a:gd name="connsiteX1548" fmla="*/ 5659503 w 6570519"/>
                <a:gd name="connsiteY1548" fmla="*/ 469885 h 3598363"/>
                <a:gd name="connsiteX1549" fmla="*/ 5651009 w 6570519"/>
                <a:gd name="connsiteY1549" fmla="*/ 483528 h 3598363"/>
                <a:gd name="connsiteX1550" fmla="*/ 5635840 w 6570519"/>
                <a:gd name="connsiteY1550" fmla="*/ 483528 h 3598363"/>
                <a:gd name="connsiteX1551" fmla="*/ 5603633 w 6570519"/>
                <a:gd name="connsiteY1551" fmla="*/ 467901 h 3598363"/>
                <a:gd name="connsiteX1552" fmla="*/ 5573623 w 6570519"/>
                <a:gd name="connsiteY1552" fmla="*/ 486725 h 3598363"/>
                <a:gd name="connsiteX1553" fmla="*/ 5583446 w 6570519"/>
                <a:gd name="connsiteY1553" fmla="*/ 520897 h 3598363"/>
                <a:gd name="connsiteX1554" fmla="*/ 5617473 w 6570519"/>
                <a:gd name="connsiteY1554" fmla="*/ 533047 h 3598363"/>
                <a:gd name="connsiteX1555" fmla="*/ 5635020 w 6570519"/>
                <a:gd name="connsiteY1555" fmla="*/ 524619 h 3598363"/>
                <a:gd name="connsiteX1556" fmla="*/ 5675213 w 6570519"/>
                <a:gd name="connsiteY1556" fmla="*/ 521159 h 3598363"/>
                <a:gd name="connsiteX1557" fmla="*/ 5686676 w 6570519"/>
                <a:gd name="connsiteY1557" fmla="*/ 533555 h 3598363"/>
                <a:gd name="connsiteX1558" fmla="*/ 5718293 w 6570519"/>
                <a:gd name="connsiteY1558" fmla="*/ 520159 h 3598363"/>
                <a:gd name="connsiteX1559" fmla="*/ 5728706 w 6570519"/>
                <a:gd name="connsiteY1559" fmla="*/ 508304 h 3598363"/>
                <a:gd name="connsiteX1560" fmla="*/ 4807391 w 6570519"/>
                <a:gd name="connsiteY1560" fmla="*/ 154469 h 3598363"/>
                <a:gd name="connsiteX1561" fmla="*/ 4769067 w 6570519"/>
                <a:gd name="connsiteY1561" fmla="*/ 174277 h 3598363"/>
                <a:gd name="connsiteX1562" fmla="*/ 4743173 w 6570519"/>
                <a:gd name="connsiteY1562" fmla="*/ 191133 h 3598363"/>
                <a:gd name="connsiteX1563" fmla="*/ 4732186 w 6570519"/>
                <a:gd name="connsiteY1563" fmla="*/ 215909 h 3598363"/>
                <a:gd name="connsiteX1564" fmla="*/ 4754210 w 6570519"/>
                <a:gd name="connsiteY1564" fmla="*/ 227469 h 3598363"/>
                <a:gd name="connsiteX1565" fmla="*/ 4796421 w 6570519"/>
                <a:gd name="connsiteY1565" fmla="*/ 246621 h 3598363"/>
                <a:gd name="connsiteX1566" fmla="*/ 4842173 w 6570519"/>
                <a:gd name="connsiteY1566" fmla="*/ 266101 h 3598363"/>
                <a:gd name="connsiteX1567" fmla="*/ 4870559 w 6570519"/>
                <a:gd name="connsiteY1567" fmla="*/ 272726 h 3598363"/>
                <a:gd name="connsiteX1568" fmla="*/ 4899290 w 6570519"/>
                <a:gd name="connsiteY1568" fmla="*/ 267429 h 3598363"/>
                <a:gd name="connsiteX1569" fmla="*/ 4893616 w 6570519"/>
                <a:gd name="connsiteY1569" fmla="*/ 242670 h 3598363"/>
                <a:gd name="connsiteX1570" fmla="*/ 4893255 w 6570519"/>
                <a:gd name="connsiteY1570" fmla="*/ 220861 h 3598363"/>
                <a:gd name="connsiteX1571" fmla="*/ 4869116 w 6570519"/>
                <a:gd name="connsiteY1571" fmla="*/ 217565 h 3598363"/>
                <a:gd name="connsiteX1572" fmla="*/ 4877315 w 6570519"/>
                <a:gd name="connsiteY1572" fmla="*/ 210629 h 3598363"/>
                <a:gd name="connsiteX1573" fmla="*/ 4845043 w 6570519"/>
                <a:gd name="connsiteY1573" fmla="*/ 195134 h 3598363"/>
                <a:gd name="connsiteX1574" fmla="*/ 4856686 w 6570519"/>
                <a:gd name="connsiteY1574" fmla="*/ 179262 h 3598363"/>
                <a:gd name="connsiteX1575" fmla="*/ 4846059 w 6570519"/>
                <a:gd name="connsiteY1575" fmla="*/ 166390 h 3598363"/>
                <a:gd name="connsiteX1576" fmla="*/ 4812754 w 6570519"/>
                <a:gd name="connsiteY1576" fmla="*/ 145582 h 3598363"/>
                <a:gd name="connsiteX1577" fmla="*/ 4807391 w 6570519"/>
                <a:gd name="connsiteY1577" fmla="*/ 154469 h 3598363"/>
                <a:gd name="connsiteX1578" fmla="*/ 4940778 w 6570519"/>
                <a:gd name="connsiteY1578" fmla="*/ 254541 h 3598363"/>
                <a:gd name="connsiteX1579" fmla="*/ 4915935 w 6570519"/>
                <a:gd name="connsiteY1579" fmla="*/ 275693 h 3598363"/>
                <a:gd name="connsiteX1580" fmla="*/ 4890369 w 6570519"/>
                <a:gd name="connsiteY1580" fmla="*/ 304077 h 3598363"/>
                <a:gd name="connsiteX1581" fmla="*/ 4897109 w 6570519"/>
                <a:gd name="connsiteY1581" fmla="*/ 315998 h 3598363"/>
                <a:gd name="connsiteX1582" fmla="*/ 4936499 w 6570519"/>
                <a:gd name="connsiteY1582" fmla="*/ 308061 h 3598363"/>
                <a:gd name="connsiteX1583" fmla="*/ 4966328 w 6570519"/>
                <a:gd name="connsiteY1583" fmla="*/ 314653 h 3598363"/>
                <a:gd name="connsiteX1584" fmla="*/ 5000404 w 6570519"/>
                <a:gd name="connsiteY1584" fmla="*/ 298469 h 3598363"/>
                <a:gd name="connsiteX1585" fmla="*/ 4975561 w 6570519"/>
                <a:gd name="connsiteY1585" fmla="*/ 280629 h 3598363"/>
                <a:gd name="connsiteX1586" fmla="*/ 4940090 w 6570519"/>
                <a:gd name="connsiteY1586" fmla="*/ 267101 h 3598363"/>
                <a:gd name="connsiteX1587" fmla="*/ 4964524 w 6570519"/>
                <a:gd name="connsiteY1587" fmla="*/ 255541 h 3598363"/>
                <a:gd name="connsiteX1588" fmla="*/ 4940778 w 6570519"/>
                <a:gd name="connsiteY1588" fmla="*/ 254541 h 3598363"/>
                <a:gd name="connsiteX1589" fmla="*/ 4120661 w 6570519"/>
                <a:gd name="connsiteY1589" fmla="*/ 91717 h 3598363"/>
                <a:gd name="connsiteX1590" fmla="*/ 4096522 w 6570519"/>
                <a:gd name="connsiteY1590" fmla="*/ 111197 h 3598363"/>
                <a:gd name="connsiteX1591" fmla="*/ 4118578 w 6570519"/>
                <a:gd name="connsiteY1591" fmla="*/ 117149 h 3598363"/>
                <a:gd name="connsiteX1592" fmla="*/ 4162543 w 6570519"/>
                <a:gd name="connsiteY1592" fmla="*/ 100637 h 3598363"/>
                <a:gd name="connsiteX1593" fmla="*/ 4120661 w 6570519"/>
                <a:gd name="connsiteY1593" fmla="*/ 91717 h 3598363"/>
                <a:gd name="connsiteX1594" fmla="*/ 4161805 w 6570519"/>
                <a:gd name="connsiteY1594" fmla="*/ 138302 h 3598363"/>
                <a:gd name="connsiteX1595" fmla="*/ 4153638 w 6570519"/>
                <a:gd name="connsiteY1595" fmla="*/ 160749 h 3598363"/>
                <a:gd name="connsiteX1596" fmla="*/ 4174563 w 6570519"/>
                <a:gd name="connsiteY1596" fmla="*/ 164061 h 3598363"/>
                <a:gd name="connsiteX1597" fmla="*/ 4195521 w 6570519"/>
                <a:gd name="connsiteY1597" fmla="*/ 157437 h 3598363"/>
                <a:gd name="connsiteX1598" fmla="*/ 4199473 w 6570519"/>
                <a:gd name="connsiteY1598" fmla="*/ 138302 h 3598363"/>
                <a:gd name="connsiteX1599" fmla="*/ 4161805 w 6570519"/>
                <a:gd name="connsiteY1599" fmla="*/ 138302 h 3598363"/>
                <a:gd name="connsiteX1600" fmla="*/ 4064905 w 6570519"/>
                <a:gd name="connsiteY1600" fmla="*/ 133497 h 3598363"/>
                <a:gd name="connsiteX1601" fmla="*/ 4064347 w 6570519"/>
                <a:gd name="connsiteY1601" fmla="*/ 143155 h 3598363"/>
                <a:gd name="connsiteX1602" fmla="*/ 4114068 w 6570519"/>
                <a:gd name="connsiteY1602" fmla="*/ 143401 h 3598363"/>
                <a:gd name="connsiteX1603" fmla="*/ 4109559 w 6570519"/>
                <a:gd name="connsiteY1603" fmla="*/ 133989 h 3598363"/>
                <a:gd name="connsiteX1604" fmla="*/ 4064905 w 6570519"/>
                <a:gd name="connsiteY1604" fmla="*/ 133497 h 3598363"/>
                <a:gd name="connsiteX1605" fmla="*/ 3900442 w 6570519"/>
                <a:gd name="connsiteY1605" fmla="*/ 153551 h 3598363"/>
                <a:gd name="connsiteX1606" fmla="*/ 3947555 w 6570519"/>
                <a:gd name="connsiteY1606" fmla="*/ 152813 h 3598363"/>
                <a:gd name="connsiteX1607" fmla="*/ 3930779 w 6570519"/>
                <a:gd name="connsiteY1607" fmla="*/ 168915 h 3598363"/>
                <a:gd name="connsiteX1608" fmla="*/ 3951261 w 6570519"/>
                <a:gd name="connsiteY1608" fmla="*/ 174867 h 3598363"/>
                <a:gd name="connsiteX1609" fmla="*/ 3972842 w 6570519"/>
                <a:gd name="connsiteY1609" fmla="*/ 154043 h 3598363"/>
                <a:gd name="connsiteX1610" fmla="*/ 4015626 w 6570519"/>
                <a:gd name="connsiteY1610" fmla="*/ 145615 h 3598363"/>
                <a:gd name="connsiteX1611" fmla="*/ 3984223 w 6570519"/>
                <a:gd name="connsiteY1611" fmla="*/ 133481 h 3598363"/>
                <a:gd name="connsiteX1612" fmla="*/ 3938470 w 6570519"/>
                <a:gd name="connsiteY1612" fmla="*/ 133973 h 3598363"/>
                <a:gd name="connsiteX1613" fmla="*/ 3887946 w 6570519"/>
                <a:gd name="connsiteY1613" fmla="*/ 143877 h 3598363"/>
                <a:gd name="connsiteX1614" fmla="*/ 3900442 w 6570519"/>
                <a:gd name="connsiteY1614" fmla="*/ 153551 h 3598363"/>
                <a:gd name="connsiteX1615" fmla="*/ 4036141 w 6570519"/>
                <a:gd name="connsiteY1615" fmla="*/ 158273 h 3598363"/>
                <a:gd name="connsiteX1616" fmla="*/ 4015118 w 6570519"/>
                <a:gd name="connsiteY1616" fmla="*/ 169669 h 3598363"/>
                <a:gd name="connsiteX1617" fmla="*/ 4056328 w 6570519"/>
                <a:gd name="connsiteY1617" fmla="*/ 169915 h 3598363"/>
                <a:gd name="connsiteX1618" fmla="*/ 4036141 w 6570519"/>
                <a:gd name="connsiteY1618" fmla="*/ 158273 h 3598363"/>
                <a:gd name="connsiteX1619" fmla="*/ 4143635 w 6570519"/>
                <a:gd name="connsiteY1619" fmla="*/ 164717 h 3598363"/>
                <a:gd name="connsiteX1620" fmla="*/ 4104770 w 6570519"/>
                <a:gd name="connsiteY1620" fmla="*/ 161241 h 3598363"/>
                <a:gd name="connsiteX1621" fmla="*/ 4092323 w 6570519"/>
                <a:gd name="connsiteY1621" fmla="*/ 176851 h 3598363"/>
                <a:gd name="connsiteX1622" fmla="*/ 4119693 w 6570519"/>
                <a:gd name="connsiteY1622" fmla="*/ 178097 h 3598363"/>
                <a:gd name="connsiteX1623" fmla="*/ 4122366 w 6570519"/>
                <a:gd name="connsiteY1623" fmla="*/ 171653 h 3598363"/>
                <a:gd name="connsiteX1624" fmla="*/ 4143635 w 6570519"/>
                <a:gd name="connsiteY1624" fmla="*/ 164717 h 3598363"/>
                <a:gd name="connsiteX1625" fmla="*/ 4234632 w 6570519"/>
                <a:gd name="connsiteY1625" fmla="*/ 137957 h 3598363"/>
                <a:gd name="connsiteX1626" fmla="*/ 4215429 w 6570519"/>
                <a:gd name="connsiteY1626" fmla="*/ 148353 h 3598363"/>
                <a:gd name="connsiteX1627" fmla="*/ 4235436 w 6570519"/>
                <a:gd name="connsiteY1627" fmla="*/ 150337 h 3598363"/>
                <a:gd name="connsiteX1628" fmla="*/ 4272661 w 6570519"/>
                <a:gd name="connsiteY1628" fmla="*/ 139433 h 3598363"/>
                <a:gd name="connsiteX1629" fmla="*/ 4270283 w 6570519"/>
                <a:gd name="connsiteY1629" fmla="*/ 115395 h 3598363"/>
                <a:gd name="connsiteX1630" fmla="*/ 4249506 w 6570519"/>
                <a:gd name="connsiteY1630" fmla="*/ 127545 h 3598363"/>
                <a:gd name="connsiteX1631" fmla="*/ 4234632 w 6570519"/>
                <a:gd name="connsiteY1631" fmla="*/ 137957 h 3598363"/>
                <a:gd name="connsiteX1632" fmla="*/ 2931767 w 6570519"/>
                <a:gd name="connsiteY1632" fmla="*/ 1088190 h 3598363"/>
                <a:gd name="connsiteX1633" fmla="*/ 2925913 w 6570519"/>
                <a:gd name="connsiteY1633" fmla="*/ 1115557 h 3598363"/>
                <a:gd name="connsiteX1634" fmla="*/ 2957743 w 6570519"/>
                <a:gd name="connsiteY1634" fmla="*/ 1106292 h 3598363"/>
                <a:gd name="connsiteX1635" fmla="*/ 2945985 w 6570519"/>
                <a:gd name="connsiteY1635" fmla="*/ 1137578 h 3598363"/>
                <a:gd name="connsiteX1636" fmla="*/ 2974453 w 6570519"/>
                <a:gd name="connsiteY1636" fmla="*/ 1158895 h 3598363"/>
                <a:gd name="connsiteX1637" fmla="*/ 2986178 w 6570519"/>
                <a:gd name="connsiteY1637" fmla="*/ 1178817 h 3598363"/>
                <a:gd name="connsiteX1638" fmla="*/ 2990360 w 6570519"/>
                <a:gd name="connsiteY1638" fmla="*/ 1204413 h 3598363"/>
                <a:gd name="connsiteX1639" fmla="*/ 2961056 w 6570519"/>
                <a:gd name="connsiteY1639" fmla="*/ 1198018 h 3598363"/>
                <a:gd name="connsiteX1640" fmla="*/ 2969009 w 6570519"/>
                <a:gd name="connsiteY1640" fmla="*/ 1223614 h 3598363"/>
                <a:gd name="connsiteX1641" fmla="*/ 2949806 w 6570519"/>
                <a:gd name="connsiteY1641" fmla="*/ 1248833 h 3598363"/>
                <a:gd name="connsiteX1642" fmla="*/ 2959809 w 6570519"/>
                <a:gd name="connsiteY1642" fmla="*/ 1260229 h 3598363"/>
                <a:gd name="connsiteX1643" fmla="*/ 2997477 w 6570519"/>
                <a:gd name="connsiteY1643" fmla="*/ 1264492 h 3598363"/>
                <a:gd name="connsiteX1644" fmla="*/ 2967402 w 6570519"/>
                <a:gd name="connsiteY1644" fmla="*/ 1280496 h 3598363"/>
                <a:gd name="connsiteX1645" fmla="*/ 2938491 w 6570519"/>
                <a:gd name="connsiteY1645" fmla="*/ 1312487 h 3598363"/>
                <a:gd name="connsiteX1646" fmla="*/ 3015467 w 6570519"/>
                <a:gd name="connsiteY1646" fmla="*/ 1297549 h 3598363"/>
                <a:gd name="connsiteX1647" fmla="*/ 3073207 w 6570519"/>
                <a:gd name="connsiteY1647" fmla="*/ 1284759 h 3598363"/>
                <a:gd name="connsiteX1648" fmla="*/ 3078225 w 6570519"/>
                <a:gd name="connsiteY1648" fmla="*/ 1273035 h 3598363"/>
                <a:gd name="connsiteX1649" fmla="*/ 3087424 w 6570519"/>
                <a:gd name="connsiteY1649" fmla="*/ 1228615 h 3598363"/>
                <a:gd name="connsiteX1650" fmla="*/ 3058989 w 6570519"/>
                <a:gd name="connsiteY1650" fmla="*/ 1212972 h 3598363"/>
                <a:gd name="connsiteX1651" fmla="*/ 3068631 w 6570519"/>
                <a:gd name="connsiteY1651" fmla="*/ 1199461 h 3598363"/>
                <a:gd name="connsiteX1652" fmla="*/ 3050642 w 6570519"/>
                <a:gd name="connsiteY1652" fmla="*/ 1174242 h 3598363"/>
                <a:gd name="connsiteX1653" fmla="*/ 3022174 w 6570519"/>
                <a:gd name="connsiteY1653" fmla="*/ 1138693 h 3598363"/>
                <a:gd name="connsiteX1654" fmla="*/ 2980341 w 6570519"/>
                <a:gd name="connsiteY1654" fmla="*/ 1122690 h 3598363"/>
                <a:gd name="connsiteX1655" fmla="*/ 2998330 w 6570519"/>
                <a:gd name="connsiteY1655" fmla="*/ 1102783 h 3598363"/>
                <a:gd name="connsiteX1656" fmla="*/ 3013384 w 6570519"/>
                <a:gd name="connsiteY1656" fmla="*/ 1074711 h 3598363"/>
                <a:gd name="connsiteX1657" fmla="*/ 2988327 w 6570519"/>
                <a:gd name="connsiteY1657" fmla="*/ 1064037 h 3598363"/>
                <a:gd name="connsiteX1658" fmla="*/ 2968173 w 6570519"/>
                <a:gd name="connsiteY1658" fmla="*/ 1062627 h 3598363"/>
                <a:gd name="connsiteX1659" fmla="*/ 2982833 w 6570519"/>
                <a:gd name="connsiteY1659" fmla="*/ 1043786 h 3598363"/>
                <a:gd name="connsiteX1660" fmla="*/ 2977405 w 6570519"/>
                <a:gd name="connsiteY1660" fmla="*/ 1033833 h 3598363"/>
                <a:gd name="connsiteX1661" fmla="*/ 2946444 w 6570519"/>
                <a:gd name="connsiteY1661" fmla="*/ 1043081 h 3598363"/>
                <a:gd name="connsiteX1662" fmla="*/ 2931767 w 6570519"/>
                <a:gd name="connsiteY1662" fmla="*/ 1088190 h 3598363"/>
                <a:gd name="connsiteX1663" fmla="*/ 2889491 w 6570519"/>
                <a:gd name="connsiteY1663" fmla="*/ 1142563 h 3598363"/>
                <a:gd name="connsiteX1664" fmla="*/ 2874470 w 6570519"/>
                <a:gd name="connsiteY1664" fmla="*/ 1164256 h 3598363"/>
                <a:gd name="connsiteX1665" fmla="*/ 2861860 w 6570519"/>
                <a:gd name="connsiteY1665" fmla="*/ 1175275 h 3598363"/>
                <a:gd name="connsiteX1666" fmla="*/ 2849331 w 6570519"/>
                <a:gd name="connsiteY1666" fmla="*/ 1209037 h 3598363"/>
                <a:gd name="connsiteX1667" fmla="*/ 2846838 w 6570519"/>
                <a:gd name="connsiteY1667" fmla="*/ 1227894 h 3598363"/>
                <a:gd name="connsiteX1668" fmla="*/ 2851856 w 6570519"/>
                <a:gd name="connsiteY1668" fmla="*/ 1265935 h 3598363"/>
                <a:gd name="connsiteX1669" fmla="*/ 2902479 w 6570519"/>
                <a:gd name="connsiteY1669" fmla="*/ 1242471 h 3598363"/>
                <a:gd name="connsiteX1670" fmla="*/ 2918780 w 6570519"/>
                <a:gd name="connsiteY1670" fmla="*/ 1212956 h 3598363"/>
                <a:gd name="connsiteX1671" fmla="*/ 2920469 w 6570519"/>
                <a:gd name="connsiteY1671" fmla="*/ 1182031 h 3598363"/>
                <a:gd name="connsiteX1672" fmla="*/ 2910793 w 6570519"/>
                <a:gd name="connsiteY1672" fmla="*/ 1146843 h 3598363"/>
                <a:gd name="connsiteX1673" fmla="*/ 2889491 w 6570519"/>
                <a:gd name="connsiteY1673" fmla="*/ 1142563 h 3598363"/>
                <a:gd name="connsiteX1674" fmla="*/ 3233127 w 6570519"/>
                <a:gd name="connsiteY1674" fmla="*/ 1515632 h 3598363"/>
                <a:gd name="connsiteX1675" fmla="*/ 3223927 w 6570519"/>
                <a:gd name="connsiteY1675" fmla="*/ 1536440 h 3598363"/>
                <a:gd name="connsiteX1676" fmla="*/ 3232750 w 6570519"/>
                <a:gd name="connsiteY1676" fmla="*/ 1556264 h 3598363"/>
                <a:gd name="connsiteX1677" fmla="*/ 3239851 w 6570519"/>
                <a:gd name="connsiteY1677" fmla="*/ 1519928 h 3598363"/>
                <a:gd name="connsiteX1678" fmla="*/ 3233127 w 6570519"/>
                <a:gd name="connsiteY1678" fmla="*/ 1515632 h 3598363"/>
                <a:gd name="connsiteX1679" fmla="*/ 3227847 w 6570519"/>
                <a:gd name="connsiteY1679" fmla="*/ 1570447 h 3598363"/>
                <a:gd name="connsiteX1680" fmla="*/ 3206528 w 6570519"/>
                <a:gd name="connsiteY1680" fmla="*/ 1598847 h 3598363"/>
                <a:gd name="connsiteX1681" fmla="*/ 3216827 w 6570519"/>
                <a:gd name="connsiteY1681" fmla="*/ 1613375 h 3598363"/>
                <a:gd name="connsiteX1682" fmla="*/ 3235292 w 6570519"/>
                <a:gd name="connsiteY1682" fmla="*/ 1620327 h 3598363"/>
                <a:gd name="connsiteX1683" fmla="*/ 3246279 w 6570519"/>
                <a:gd name="connsiteY1683" fmla="*/ 1584647 h 3598363"/>
                <a:gd name="connsiteX1684" fmla="*/ 3227847 w 6570519"/>
                <a:gd name="connsiteY1684" fmla="*/ 1570447 h 3598363"/>
                <a:gd name="connsiteX1685" fmla="*/ 3505920 w 6570519"/>
                <a:gd name="connsiteY1685" fmla="*/ 1716431 h 3598363"/>
                <a:gd name="connsiteX1686" fmla="*/ 3510201 w 6570519"/>
                <a:gd name="connsiteY1686" fmla="*/ 1727844 h 3598363"/>
                <a:gd name="connsiteX1687" fmla="*/ 3559692 w 6570519"/>
                <a:gd name="connsiteY1687" fmla="*/ 1728828 h 3598363"/>
                <a:gd name="connsiteX1688" fmla="*/ 3547934 w 6570519"/>
                <a:gd name="connsiteY1688" fmla="*/ 1719399 h 3598363"/>
                <a:gd name="connsiteX1689" fmla="*/ 3505920 w 6570519"/>
                <a:gd name="connsiteY1689" fmla="*/ 1716431 h 3598363"/>
                <a:gd name="connsiteX1690" fmla="*/ 3657002 w 6570519"/>
                <a:gd name="connsiteY1690" fmla="*/ 1724859 h 3598363"/>
                <a:gd name="connsiteX1691" fmla="*/ 3663414 w 6570519"/>
                <a:gd name="connsiteY1691" fmla="*/ 1742699 h 3598363"/>
                <a:gd name="connsiteX1692" fmla="*/ 3687373 w 6570519"/>
                <a:gd name="connsiteY1692" fmla="*/ 1727860 h 3598363"/>
                <a:gd name="connsiteX1693" fmla="*/ 3657002 w 6570519"/>
                <a:gd name="connsiteY1693" fmla="*/ 1724859 h 3598363"/>
                <a:gd name="connsiteX1694" fmla="*/ 3113629 w 6570519"/>
                <a:gd name="connsiteY1694" fmla="*/ 1601831 h 3598363"/>
                <a:gd name="connsiteX1695" fmla="*/ 3108283 w 6570519"/>
                <a:gd name="connsiteY1695" fmla="*/ 1613719 h 3598363"/>
                <a:gd name="connsiteX1696" fmla="*/ 3128175 w 6570519"/>
                <a:gd name="connsiteY1696" fmla="*/ 1607439 h 3598363"/>
                <a:gd name="connsiteX1697" fmla="*/ 3113629 w 6570519"/>
                <a:gd name="connsiteY1697" fmla="*/ 1601831 h 3598363"/>
                <a:gd name="connsiteX1698" fmla="*/ 2038954 w 6570519"/>
                <a:gd name="connsiteY1698" fmla="*/ 1278463 h 3598363"/>
                <a:gd name="connsiteX1699" fmla="*/ 2000121 w 6570519"/>
                <a:gd name="connsiteY1699" fmla="*/ 1327523 h 3598363"/>
                <a:gd name="connsiteX1700" fmla="*/ 1971407 w 6570519"/>
                <a:gd name="connsiteY1700" fmla="*/ 1367647 h 3598363"/>
                <a:gd name="connsiteX1701" fmla="*/ 2010239 w 6570519"/>
                <a:gd name="connsiteY1701" fmla="*/ 1388455 h 3598363"/>
                <a:gd name="connsiteX1702" fmla="*/ 2063470 w 6570519"/>
                <a:gd name="connsiteY1702" fmla="*/ 1401343 h 3598363"/>
                <a:gd name="connsiteX1703" fmla="*/ 2076261 w 6570519"/>
                <a:gd name="connsiteY1703" fmla="*/ 1416707 h 3598363"/>
                <a:gd name="connsiteX1704" fmla="*/ 2091135 w 6570519"/>
                <a:gd name="connsiteY1704" fmla="*/ 1405803 h 3598363"/>
                <a:gd name="connsiteX1705" fmla="*/ 2076769 w 6570519"/>
                <a:gd name="connsiteY1705" fmla="*/ 1348823 h 3598363"/>
                <a:gd name="connsiteX1706" fmla="*/ 2050138 w 6570519"/>
                <a:gd name="connsiteY1706" fmla="*/ 1337427 h 3598363"/>
                <a:gd name="connsiteX1707" fmla="*/ 2034756 w 6570519"/>
                <a:gd name="connsiteY1707" fmla="*/ 1322063 h 3598363"/>
                <a:gd name="connsiteX1708" fmla="*/ 2033690 w 6570519"/>
                <a:gd name="connsiteY1708" fmla="*/ 1301747 h 3598363"/>
                <a:gd name="connsiteX1709" fmla="*/ 2038954 w 6570519"/>
                <a:gd name="connsiteY1709" fmla="*/ 1278463 h 3598363"/>
                <a:gd name="connsiteX1710" fmla="*/ 622774 w 6570519"/>
                <a:gd name="connsiteY1710" fmla="*/ 1246767 h 3598363"/>
                <a:gd name="connsiteX1711" fmla="*/ 650061 w 6570519"/>
                <a:gd name="connsiteY1711" fmla="*/ 1294991 h 3598363"/>
                <a:gd name="connsiteX1712" fmla="*/ 653981 w 6570519"/>
                <a:gd name="connsiteY1712" fmla="*/ 1281119 h 3598363"/>
                <a:gd name="connsiteX1713" fmla="*/ 650422 w 6570519"/>
                <a:gd name="connsiteY1713" fmla="*/ 1252375 h 3598363"/>
                <a:gd name="connsiteX1714" fmla="*/ 622774 w 6570519"/>
                <a:gd name="connsiteY1714" fmla="*/ 1246767 h 3598363"/>
                <a:gd name="connsiteX1715" fmla="*/ 700438 w 6570519"/>
                <a:gd name="connsiteY1715" fmla="*/ 1327359 h 3598363"/>
                <a:gd name="connsiteX1716" fmla="*/ 729152 w 6570519"/>
                <a:gd name="connsiteY1716" fmla="*/ 1354775 h 3598363"/>
                <a:gd name="connsiteX1717" fmla="*/ 766771 w 6570519"/>
                <a:gd name="connsiteY1717" fmla="*/ 1371943 h 3598363"/>
                <a:gd name="connsiteX1718" fmla="*/ 780218 w 6570519"/>
                <a:gd name="connsiteY1718" fmla="*/ 1360383 h 3598363"/>
                <a:gd name="connsiteX1719" fmla="*/ 758572 w 6570519"/>
                <a:gd name="connsiteY1719" fmla="*/ 1346839 h 3598363"/>
                <a:gd name="connsiteX1720" fmla="*/ 724544 w 6570519"/>
                <a:gd name="connsiteY1720" fmla="*/ 1337591 h 3598363"/>
                <a:gd name="connsiteX1721" fmla="*/ 700438 w 6570519"/>
                <a:gd name="connsiteY1721" fmla="*/ 1327359 h 3598363"/>
                <a:gd name="connsiteX1722" fmla="*/ 267921 w 6570519"/>
                <a:gd name="connsiteY1722" fmla="*/ 1163027 h 3598363"/>
                <a:gd name="connsiteX1723" fmla="*/ 241322 w 6570519"/>
                <a:gd name="connsiteY1723" fmla="*/ 1166486 h 3598363"/>
                <a:gd name="connsiteX1724" fmla="*/ 234943 w 6570519"/>
                <a:gd name="connsiteY1724" fmla="*/ 1187049 h 3598363"/>
                <a:gd name="connsiteX1725" fmla="*/ 247947 w 6570519"/>
                <a:gd name="connsiteY1725" fmla="*/ 1182834 h 3598363"/>
                <a:gd name="connsiteX1726" fmla="*/ 267921 w 6570519"/>
                <a:gd name="connsiteY1726" fmla="*/ 1170700 h 3598363"/>
                <a:gd name="connsiteX1727" fmla="*/ 279089 w 6570519"/>
                <a:gd name="connsiteY1727" fmla="*/ 1162518 h 3598363"/>
                <a:gd name="connsiteX1728" fmla="*/ 267921 w 6570519"/>
                <a:gd name="connsiteY1728" fmla="*/ 1163027 h 3598363"/>
                <a:gd name="connsiteX1729" fmla="*/ 263444 w 6570519"/>
                <a:gd name="connsiteY1729" fmla="*/ 1145941 h 3598363"/>
                <a:gd name="connsiteX1730" fmla="*/ 261575 w 6570519"/>
                <a:gd name="connsiteY1730" fmla="*/ 1153369 h 3598363"/>
                <a:gd name="connsiteX1731" fmla="*/ 275940 w 6570519"/>
                <a:gd name="connsiteY1731" fmla="*/ 1147171 h 3598363"/>
                <a:gd name="connsiteX1732" fmla="*/ 284140 w 6570519"/>
                <a:gd name="connsiteY1732" fmla="*/ 1145941 h 3598363"/>
                <a:gd name="connsiteX1733" fmla="*/ 263444 w 6570519"/>
                <a:gd name="connsiteY1733" fmla="*/ 1145941 h 3598363"/>
                <a:gd name="connsiteX1734" fmla="*/ 17889 w 6570519"/>
                <a:gd name="connsiteY1734" fmla="*/ 1106538 h 3598363"/>
                <a:gd name="connsiteX1735" fmla="*/ 2278 w 6570519"/>
                <a:gd name="connsiteY1735" fmla="*/ 1109867 h 3598363"/>
                <a:gd name="connsiteX1736" fmla="*/ 27040 w 6570519"/>
                <a:gd name="connsiteY1736" fmla="*/ 1117426 h 3598363"/>
                <a:gd name="connsiteX1737" fmla="*/ 37010 w 6570519"/>
                <a:gd name="connsiteY1737" fmla="*/ 1112704 h 3598363"/>
                <a:gd name="connsiteX1738" fmla="*/ 33304 w 6570519"/>
                <a:gd name="connsiteY1738" fmla="*/ 1104194 h 3598363"/>
                <a:gd name="connsiteX1739" fmla="*/ 17889 w 6570519"/>
                <a:gd name="connsiteY1739" fmla="*/ 1106538 h 3598363"/>
                <a:gd name="connsiteX1740" fmla="*/ 3944702 w 6570519"/>
                <a:gd name="connsiteY1740" fmla="*/ 2720857 h 3598363"/>
                <a:gd name="connsiteX1741" fmla="*/ 3880156 w 6570519"/>
                <a:gd name="connsiteY1741" fmla="*/ 2757849 h 3598363"/>
                <a:gd name="connsiteX1742" fmla="*/ 3877992 w 6570519"/>
                <a:gd name="connsiteY1742" fmla="*/ 2803433 h 3598363"/>
                <a:gd name="connsiteX1743" fmla="*/ 3856017 w 6570519"/>
                <a:gd name="connsiteY1743" fmla="*/ 2866185 h 3598363"/>
                <a:gd name="connsiteX1744" fmla="*/ 3874449 w 6570519"/>
                <a:gd name="connsiteY1744" fmla="*/ 2925625 h 3598363"/>
                <a:gd name="connsiteX1745" fmla="*/ 3905001 w 6570519"/>
                <a:gd name="connsiteY1745" fmla="*/ 2942809 h 3598363"/>
                <a:gd name="connsiteX1746" fmla="*/ 3934059 w 6570519"/>
                <a:gd name="connsiteY1746" fmla="*/ 2930921 h 3598363"/>
                <a:gd name="connsiteX1747" fmla="*/ 3948244 w 6570519"/>
                <a:gd name="connsiteY1747" fmla="*/ 2865529 h 3598363"/>
                <a:gd name="connsiteX1748" fmla="*/ 3969529 w 6570519"/>
                <a:gd name="connsiteY1748" fmla="*/ 2772377 h 3598363"/>
                <a:gd name="connsiteX1749" fmla="*/ 3979500 w 6570519"/>
                <a:gd name="connsiteY1749" fmla="*/ 2736041 h 3598363"/>
                <a:gd name="connsiteX1750" fmla="*/ 3985879 w 6570519"/>
                <a:gd name="connsiteY1750" fmla="*/ 2731433 h 3598363"/>
                <a:gd name="connsiteX1751" fmla="*/ 3968152 w 6570519"/>
                <a:gd name="connsiteY1751" fmla="*/ 2675273 h 3598363"/>
                <a:gd name="connsiteX1752" fmla="*/ 3944702 w 6570519"/>
                <a:gd name="connsiteY1752" fmla="*/ 2720857 h 3598363"/>
                <a:gd name="connsiteX1753" fmla="*/ 3964594 w 6570519"/>
                <a:gd name="connsiteY1753" fmla="*/ 688886 h 3598363"/>
                <a:gd name="connsiteX1754" fmla="*/ 3950753 w 6570519"/>
                <a:gd name="connsiteY1754" fmla="*/ 708940 h 3598363"/>
                <a:gd name="connsiteX1755" fmla="*/ 3985338 w 6570519"/>
                <a:gd name="connsiteY1755" fmla="*/ 703004 h 3598363"/>
                <a:gd name="connsiteX1756" fmla="*/ 3964594 w 6570519"/>
                <a:gd name="connsiteY1756" fmla="*/ 688886 h 3598363"/>
                <a:gd name="connsiteX1757" fmla="*/ 4312198 w 6570519"/>
                <a:gd name="connsiteY1757" fmla="*/ 351334 h 3598363"/>
                <a:gd name="connsiteX1758" fmla="*/ 4234894 w 6570519"/>
                <a:gd name="connsiteY1758" fmla="*/ 383046 h 3598363"/>
                <a:gd name="connsiteX1759" fmla="*/ 4109313 w 6570519"/>
                <a:gd name="connsiteY1759" fmla="*/ 435222 h 3598363"/>
                <a:gd name="connsiteX1760" fmla="*/ 4058214 w 6570519"/>
                <a:gd name="connsiteY1760" fmla="*/ 506566 h 3598363"/>
                <a:gd name="connsiteX1761" fmla="*/ 4034846 w 6570519"/>
                <a:gd name="connsiteY1761" fmla="*/ 549494 h 3598363"/>
                <a:gd name="connsiteX1762" fmla="*/ 4013560 w 6570519"/>
                <a:gd name="connsiteY1762" fmla="*/ 599046 h 3598363"/>
                <a:gd name="connsiteX1763" fmla="*/ 4082320 w 6570519"/>
                <a:gd name="connsiteY1763" fmla="*/ 642646 h 3598363"/>
                <a:gd name="connsiteX1764" fmla="*/ 4117118 w 6570519"/>
                <a:gd name="connsiteY1764" fmla="*/ 638661 h 3598363"/>
                <a:gd name="connsiteX1765" fmla="*/ 4090159 w 6570519"/>
                <a:gd name="connsiteY1765" fmla="*/ 552133 h 3598363"/>
                <a:gd name="connsiteX1766" fmla="*/ 4125629 w 6570519"/>
                <a:gd name="connsiteY1766" fmla="*/ 497957 h 3598363"/>
                <a:gd name="connsiteX1767" fmla="*/ 4200883 w 6570519"/>
                <a:gd name="connsiteY1767" fmla="*/ 423957 h 3598363"/>
                <a:gd name="connsiteX1768" fmla="*/ 4318151 w 6570519"/>
                <a:gd name="connsiteY1768" fmla="*/ 379274 h 3598363"/>
                <a:gd name="connsiteX1769" fmla="*/ 4320709 w 6570519"/>
                <a:gd name="connsiteY1769" fmla="*/ 378373 h 3598363"/>
                <a:gd name="connsiteX1770" fmla="*/ 4312198 w 6570519"/>
                <a:gd name="connsiteY1770" fmla="*/ 351334 h 3598363"/>
                <a:gd name="connsiteX1771" fmla="*/ 4136305 w 6570519"/>
                <a:gd name="connsiteY1771" fmla="*/ 648254 h 3598363"/>
                <a:gd name="connsiteX1772" fmla="*/ 4139126 w 6570519"/>
                <a:gd name="connsiteY1772" fmla="*/ 663454 h 3598363"/>
                <a:gd name="connsiteX1773" fmla="*/ 4161067 w 6570519"/>
                <a:gd name="connsiteY1773" fmla="*/ 669390 h 3598363"/>
                <a:gd name="connsiteX1774" fmla="*/ 4136305 w 6570519"/>
                <a:gd name="connsiteY1774" fmla="*/ 648254 h 3598363"/>
                <a:gd name="connsiteX1775" fmla="*/ 4369315 w 6570519"/>
                <a:gd name="connsiteY1775" fmla="*/ 513830 h 3598363"/>
                <a:gd name="connsiteX1776" fmla="*/ 4350883 w 6570519"/>
                <a:gd name="connsiteY1776" fmla="*/ 511862 h 3598363"/>
                <a:gd name="connsiteX1777" fmla="*/ 4376416 w 6570519"/>
                <a:gd name="connsiteY1777" fmla="*/ 532998 h 3598363"/>
                <a:gd name="connsiteX1778" fmla="*/ 4369315 w 6570519"/>
                <a:gd name="connsiteY1778" fmla="*/ 513830 h 3598363"/>
                <a:gd name="connsiteX1779" fmla="*/ 1927032 w 6570519"/>
                <a:gd name="connsiteY1779" fmla="*/ 1345183 h 3598363"/>
                <a:gd name="connsiteX1780" fmla="*/ 1885560 w 6570519"/>
                <a:gd name="connsiteY1780" fmla="*/ 1330983 h 3598363"/>
                <a:gd name="connsiteX1781" fmla="*/ 1903992 w 6570519"/>
                <a:gd name="connsiteY1781" fmla="*/ 1350791 h 3598363"/>
                <a:gd name="connsiteX1782" fmla="*/ 1927032 w 6570519"/>
                <a:gd name="connsiteY1782" fmla="*/ 1345183 h 3598363"/>
                <a:gd name="connsiteX1783" fmla="*/ 1889479 w 6570519"/>
                <a:gd name="connsiteY1783" fmla="*/ 1411591 h 3598363"/>
                <a:gd name="connsiteX1784" fmla="*/ 1892480 w 6570519"/>
                <a:gd name="connsiteY1784" fmla="*/ 1432875 h 3598363"/>
                <a:gd name="connsiteX1785" fmla="*/ 1917685 w 6570519"/>
                <a:gd name="connsiteY1785" fmla="*/ 1433203 h 3598363"/>
                <a:gd name="connsiteX1786" fmla="*/ 1908780 w 6570519"/>
                <a:gd name="connsiteY1786" fmla="*/ 1428595 h 3598363"/>
                <a:gd name="connsiteX1787" fmla="*/ 1889479 w 6570519"/>
                <a:gd name="connsiteY1787" fmla="*/ 1411591 h 3598363"/>
                <a:gd name="connsiteX1788" fmla="*/ 6537213 w 6570519"/>
                <a:gd name="connsiteY1788" fmla="*/ 956439 h 3598363"/>
                <a:gd name="connsiteX1789" fmla="*/ 6503662 w 6570519"/>
                <a:gd name="connsiteY1789" fmla="*/ 952962 h 3598363"/>
                <a:gd name="connsiteX1790" fmla="*/ 6496774 w 6570519"/>
                <a:gd name="connsiteY1790" fmla="*/ 975755 h 3598363"/>
                <a:gd name="connsiteX1791" fmla="*/ 6495167 w 6570519"/>
                <a:gd name="connsiteY1791" fmla="*/ 991119 h 3598363"/>
                <a:gd name="connsiteX1792" fmla="*/ 6464829 w 6570519"/>
                <a:gd name="connsiteY1792" fmla="*/ 978722 h 3598363"/>
                <a:gd name="connsiteX1793" fmla="*/ 6437132 w 6570519"/>
                <a:gd name="connsiteY1793" fmla="*/ 961391 h 3598363"/>
                <a:gd name="connsiteX1794" fmla="*/ 6396725 w 6570519"/>
                <a:gd name="connsiteY1794" fmla="*/ 947519 h 3598363"/>
                <a:gd name="connsiteX1795" fmla="*/ 6386099 w 6570519"/>
                <a:gd name="connsiteY1795" fmla="*/ 928203 h 3598363"/>
                <a:gd name="connsiteX1796" fmla="*/ 6377080 w 6570519"/>
                <a:gd name="connsiteY1796" fmla="*/ 928695 h 3598363"/>
                <a:gd name="connsiteX1797" fmla="*/ 6357877 w 6570519"/>
                <a:gd name="connsiteY1797" fmla="*/ 957931 h 3598363"/>
                <a:gd name="connsiteX1798" fmla="*/ 6309451 w 6570519"/>
                <a:gd name="connsiteY1798" fmla="*/ 969310 h 3598363"/>
                <a:gd name="connsiteX1799" fmla="*/ 6337657 w 6570519"/>
                <a:gd name="connsiteY1799" fmla="*/ 1000039 h 3598363"/>
                <a:gd name="connsiteX1800" fmla="*/ 6351498 w 6570519"/>
                <a:gd name="connsiteY1800" fmla="*/ 1027291 h 3598363"/>
                <a:gd name="connsiteX1801" fmla="*/ 6321160 w 6570519"/>
                <a:gd name="connsiteY1801" fmla="*/ 1028275 h 3598363"/>
                <a:gd name="connsiteX1802" fmla="*/ 6264191 w 6570519"/>
                <a:gd name="connsiteY1802" fmla="*/ 1046098 h 3598363"/>
                <a:gd name="connsiteX1803" fmla="*/ 6190806 w 6570519"/>
                <a:gd name="connsiteY1803" fmla="*/ 1084255 h 3598363"/>
                <a:gd name="connsiteX1804" fmla="*/ 6155155 w 6570519"/>
                <a:gd name="connsiteY1804" fmla="*/ 1080795 h 3598363"/>
                <a:gd name="connsiteX1805" fmla="*/ 6116290 w 6570519"/>
                <a:gd name="connsiteY1805" fmla="*/ 1091699 h 3598363"/>
                <a:gd name="connsiteX1806" fmla="*/ 6112076 w 6570519"/>
                <a:gd name="connsiteY1806" fmla="*/ 1075826 h 3598363"/>
                <a:gd name="connsiteX1807" fmla="*/ 6090708 w 6570519"/>
                <a:gd name="connsiteY1807" fmla="*/ 1081779 h 3598363"/>
                <a:gd name="connsiteX1808" fmla="*/ 6049269 w 6570519"/>
                <a:gd name="connsiteY1808" fmla="*/ 1152614 h 3598363"/>
                <a:gd name="connsiteX1809" fmla="*/ 6036445 w 6570519"/>
                <a:gd name="connsiteY1809" fmla="*/ 1200675 h 3598363"/>
                <a:gd name="connsiteX1810" fmla="*/ 5991233 w 6570519"/>
                <a:gd name="connsiteY1810" fmla="*/ 1268051 h 3598363"/>
                <a:gd name="connsiteX1811" fmla="*/ 5915651 w 6570519"/>
                <a:gd name="connsiteY1811" fmla="*/ 1212071 h 3598363"/>
                <a:gd name="connsiteX1812" fmla="*/ 5924736 w 6570519"/>
                <a:gd name="connsiteY1812" fmla="*/ 1155599 h 3598363"/>
                <a:gd name="connsiteX1813" fmla="*/ 6047613 w 6570519"/>
                <a:gd name="connsiteY1813" fmla="*/ 1071366 h 3598363"/>
                <a:gd name="connsiteX1814" fmla="*/ 6072079 w 6570519"/>
                <a:gd name="connsiteY1814" fmla="*/ 1024798 h 3598363"/>
                <a:gd name="connsiteX1815" fmla="*/ 6092856 w 6570519"/>
                <a:gd name="connsiteY1815" fmla="*/ 1015862 h 3598363"/>
                <a:gd name="connsiteX1816" fmla="*/ 6073178 w 6570519"/>
                <a:gd name="connsiteY1816" fmla="*/ 1013894 h 3598363"/>
                <a:gd name="connsiteX1817" fmla="*/ 6037494 w 6570519"/>
                <a:gd name="connsiteY1817" fmla="*/ 1033210 h 3598363"/>
                <a:gd name="connsiteX1818" fmla="*/ 6013060 w 6570519"/>
                <a:gd name="connsiteY1818" fmla="*/ 1040146 h 3598363"/>
                <a:gd name="connsiteX1819" fmla="*/ 6005074 w 6570519"/>
                <a:gd name="connsiteY1819" fmla="*/ 1020847 h 3598363"/>
                <a:gd name="connsiteX1820" fmla="*/ 5966783 w 6570519"/>
                <a:gd name="connsiteY1820" fmla="*/ 1031242 h 3598363"/>
                <a:gd name="connsiteX1821" fmla="*/ 5901827 w 6570519"/>
                <a:gd name="connsiteY1821" fmla="*/ 1070874 h 3598363"/>
                <a:gd name="connsiteX1822" fmla="*/ 5899745 w 6570519"/>
                <a:gd name="connsiteY1822" fmla="*/ 1098619 h 3598363"/>
                <a:gd name="connsiteX1823" fmla="*/ 5850253 w 6570519"/>
                <a:gd name="connsiteY1823" fmla="*/ 1101603 h 3598363"/>
                <a:gd name="connsiteX1824" fmla="*/ 5852336 w 6570519"/>
                <a:gd name="connsiteY1824" fmla="*/ 1093175 h 3598363"/>
                <a:gd name="connsiteX1825" fmla="*/ 5812946 w 6570519"/>
                <a:gd name="connsiteY1825" fmla="*/ 1081779 h 3598363"/>
                <a:gd name="connsiteX1826" fmla="*/ 5784773 w 6570519"/>
                <a:gd name="connsiteY1826" fmla="*/ 1091191 h 3598363"/>
                <a:gd name="connsiteX1827" fmla="*/ 5764554 w 6570519"/>
                <a:gd name="connsiteY1827" fmla="*/ 1084747 h 3598363"/>
                <a:gd name="connsiteX1828" fmla="*/ 5704977 w 6570519"/>
                <a:gd name="connsiteY1828" fmla="*/ 1078794 h 3598363"/>
                <a:gd name="connsiteX1829" fmla="*/ 5678886 w 6570519"/>
                <a:gd name="connsiteY1829" fmla="*/ 1087714 h 3598363"/>
                <a:gd name="connsiteX1830" fmla="*/ 5615030 w 6570519"/>
                <a:gd name="connsiteY1830" fmla="*/ 1151139 h 3598363"/>
                <a:gd name="connsiteX1831" fmla="*/ 5555929 w 6570519"/>
                <a:gd name="connsiteY1831" fmla="*/ 1194739 h 3598363"/>
                <a:gd name="connsiteX1832" fmla="*/ 5549008 w 6570519"/>
                <a:gd name="connsiteY1832" fmla="*/ 1215547 h 3598363"/>
                <a:gd name="connsiteX1833" fmla="*/ 5569786 w 6570519"/>
                <a:gd name="connsiteY1833" fmla="*/ 1231895 h 3598363"/>
                <a:gd name="connsiteX1834" fmla="*/ 5596926 w 6570519"/>
                <a:gd name="connsiteY1834" fmla="*/ 1251703 h 3598363"/>
                <a:gd name="connsiteX1835" fmla="*/ 5612357 w 6570519"/>
                <a:gd name="connsiteY1835" fmla="*/ 1243291 h 3598363"/>
                <a:gd name="connsiteX1836" fmla="*/ 5622475 w 6570519"/>
                <a:gd name="connsiteY1836" fmla="*/ 1226943 h 3598363"/>
                <a:gd name="connsiteX1837" fmla="*/ 5652813 w 6570519"/>
                <a:gd name="connsiteY1837" fmla="*/ 1263131 h 3598363"/>
                <a:gd name="connsiteX1838" fmla="*/ 5644285 w 6570519"/>
                <a:gd name="connsiteY1838" fmla="*/ 1318636 h 3598363"/>
                <a:gd name="connsiteX1839" fmla="*/ 5624098 w 6570519"/>
                <a:gd name="connsiteY1839" fmla="*/ 1404836 h 3598363"/>
                <a:gd name="connsiteX1840" fmla="*/ 5594794 w 6570519"/>
                <a:gd name="connsiteY1840" fmla="*/ 1461324 h 3598363"/>
                <a:gd name="connsiteX1841" fmla="*/ 5517129 w 6570519"/>
                <a:gd name="connsiteY1841" fmla="*/ 1543064 h 3598363"/>
                <a:gd name="connsiteX1842" fmla="*/ 5491088 w 6570519"/>
                <a:gd name="connsiteY1842" fmla="*/ 1537620 h 3598363"/>
                <a:gd name="connsiteX1843" fmla="*/ 5467130 w 6570519"/>
                <a:gd name="connsiteY1843" fmla="*/ 1541080 h 3598363"/>
                <a:gd name="connsiteX1844" fmla="*/ 5441597 w 6570519"/>
                <a:gd name="connsiteY1844" fmla="*/ 1580728 h 3598363"/>
                <a:gd name="connsiteX1845" fmla="*/ 5412325 w 6570519"/>
                <a:gd name="connsiteY1845" fmla="*/ 1615408 h 3598363"/>
                <a:gd name="connsiteX1846" fmla="*/ 5405946 w 6570519"/>
                <a:gd name="connsiteY1846" fmla="*/ 1643661 h 3598363"/>
                <a:gd name="connsiteX1847" fmla="*/ 5431478 w 6570519"/>
                <a:gd name="connsiteY1847" fmla="*/ 1694689 h 3598363"/>
                <a:gd name="connsiteX1848" fmla="*/ 5418212 w 6570519"/>
                <a:gd name="connsiteY1848" fmla="*/ 1745225 h 3598363"/>
                <a:gd name="connsiteX1849" fmla="*/ 5385168 w 6570519"/>
                <a:gd name="connsiteY1849" fmla="*/ 1755620 h 3598363"/>
                <a:gd name="connsiteX1850" fmla="*/ 5385168 w 6570519"/>
                <a:gd name="connsiteY1850" fmla="*/ 1711529 h 3598363"/>
                <a:gd name="connsiteX1851" fmla="*/ 5377182 w 6570519"/>
                <a:gd name="connsiteY1851" fmla="*/ 1692705 h 3598363"/>
                <a:gd name="connsiteX1852" fmla="*/ 5385168 w 6570519"/>
                <a:gd name="connsiteY1852" fmla="*/ 1670404 h 3598363"/>
                <a:gd name="connsiteX1853" fmla="*/ 5361276 w 6570519"/>
                <a:gd name="connsiteY1853" fmla="*/ 1656532 h 3598363"/>
                <a:gd name="connsiteX1854" fmla="*/ 5360767 w 6570519"/>
                <a:gd name="connsiteY1854" fmla="*/ 1629789 h 3598363"/>
                <a:gd name="connsiteX1855" fmla="*/ 5333578 w 6570519"/>
                <a:gd name="connsiteY1855" fmla="*/ 1618901 h 3598363"/>
                <a:gd name="connsiteX1856" fmla="*/ 5309619 w 6570519"/>
                <a:gd name="connsiteY1856" fmla="*/ 1619376 h 3598363"/>
                <a:gd name="connsiteX1857" fmla="*/ 5303765 w 6570519"/>
                <a:gd name="connsiteY1857" fmla="*/ 1597585 h 3598363"/>
                <a:gd name="connsiteX1858" fmla="*/ 5270836 w 6570519"/>
                <a:gd name="connsiteY1858" fmla="*/ 1611949 h 3598363"/>
                <a:gd name="connsiteX1859" fmla="*/ 5231971 w 6570519"/>
                <a:gd name="connsiteY1859" fmla="*/ 1631773 h 3598363"/>
                <a:gd name="connsiteX1860" fmla="*/ 5219705 w 6570519"/>
                <a:gd name="connsiteY1860" fmla="*/ 1648121 h 3598363"/>
                <a:gd name="connsiteX1861" fmla="*/ 5247911 w 6570519"/>
                <a:gd name="connsiteY1861" fmla="*/ 1679833 h 3598363"/>
                <a:gd name="connsiteX1862" fmla="*/ 5284103 w 6570519"/>
                <a:gd name="connsiteY1862" fmla="*/ 1674864 h 3598363"/>
                <a:gd name="connsiteX1863" fmla="*/ 5300075 w 6570519"/>
                <a:gd name="connsiteY1863" fmla="*/ 1683768 h 3598363"/>
                <a:gd name="connsiteX1864" fmla="*/ 5263359 w 6570519"/>
                <a:gd name="connsiteY1864" fmla="*/ 1717481 h 3598363"/>
                <a:gd name="connsiteX1865" fmla="*/ 5255930 w 6570519"/>
                <a:gd name="connsiteY1865" fmla="*/ 1742749 h 3598363"/>
                <a:gd name="connsiteX1866" fmla="*/ 5280397 w 6570519"/>
                <a:gd name="connsiteY1866" fmla="*/ 1777921 h 3598363"/>
                <a:gd name="connsiteX1867" fmla="*/ 5279298 w 6570519"/>
                <a:gd name="connsiteY1867" fmla="*/ 1809616 h 3598363"/>
                <a:gd name="connsiteX1868" fmla="*/ 5290465 w 6570519"/>
                <a:gd name="connsiteY1868" fmla="*/ 1848281 h 3598363"/>
                <a:gd name="connsiteX1869" fmla="*/ 5293139 w 6570519"/>
                <a:gd name="connsiteY1869" fmla="*/ 1863645 h 3598363"/>
                <a:gd name="connsiteX1870" fmla="*/ 5257488 w 6570519"/>
                <a:gd name="connsiteY1870" fmla="*/ 1933005 h 3598363"/>
                <a:gd name="connsiteX1871" fmla="*/ 5212243 w 6570519"/>
                <a:gd name="connsiteY1871" fmla="*/ 1980573 h 3598363"/>
                <a:gd name="connsiteX1872" fmla="*/ 5143631 w 6570519"/>
                <a:gd name="connsiteY1872" fmla="*/ 2010777 h 3598363"/>
                <a:gd name="connsiteX1873" fmla="*/ 5099486 w 6570519"/>
                <a:gd name="connsiteY1873" fmla="*/ 2023682 h 3598363"/>
                <a:gd name="connsiteX1874" fmla="*/ 5092598 w 6570519"/>
                <a:gd name="connsiteY1874" fmla="*/ 2040521 h 3598363"/>
                <a:gd name="connsiteX1875" fmla="*/ 5084022 w 6570519"/>
                <a:gd name="connsiteY1875" fmla="*/ 2033569 h 3598363"/>
                <a:gd name="connsiteX1876" fmla="*/ 5079774 w 6570519"/>
                <a:gd name="connsiteY1876" fmla="*/ 2018713 h 3598363"/>
                <a:gd name="connsiteX1877" fmla="*/ 5044681 w 6570519"/>
                <a:gd name="connsiteY1877" fmla="*/ 2025666 h 3598363"/>
                <a:gd name="connsiteX1878" fmla="*/ 5004242 w 6570519"/>
                <a:gd name="connsiteY1878" fmla="*/ 2060346 h 3598363"/>
                <a:gd name="connsiteX1879" fmla="*/ 5005849 w 6570519"/>
                <a:gd name="connsiteY1879" fmla="*/ 2080645 h 3598363"/>
                <a:gd name="connsiteX1880" fmla="*/ 5054242 w 6570519"/>
                <a:gd name="connsiteY1880" fmla="*/ 2138117 h 3598363"/>
                <a:gd name="connsiteX1881" fmla="*/ 5064392 w 6570519"/>
                <a:gd name="connsiteY1881" fmla="*/ 2187178 h 3598363"/>
                <a:gd name="connsiteX1882" fmla="*/ 5009030 w 6570519"/>
                <a:gd name="connsiteY1882" fmla="*/ 2252078 h 3598363"/>
                <a:gd name="connsiteX1883" fmla="*/ 4990926 w 6570519"/>
                <a:gd name="connsiteY1883" fmla="*/ 2256522 h 3598363"/>
                <a:gd name="connsiteX1884" fmla="*/ 4971215 w 6570519"/>
                <a:gd name="connsiteY1884" fmla="*/ 2214922 h 3598363"/>
                <a:gd name="connsiteX1885" fmla="*/ 4914787 w 6570519"/>
                <a:gd name="connsiteY1885" fmla="*/ 2189145 h 3598363"/>
                <a:gd name="connsiteX1886" fmla="*/ 4912671 w 6570519"/>
                <a:gd name="connsiteY1886" fmla="*/ 2177258 h 3598363"/>
                <a:gd name="connsiteX1887" fmla="*/ 4898339 w 6570519"/>
                <a:gd name="connsiteY1887" fmla="*/ 2192113 h 3598363"/>
                <a:gd name="connsiteX1888" fmla="*/ 4884498 w 6570519"/>
                <a:gd name="connsiteY1888" fmla="*/ 2221350 h 3598363"/>
                <a:gd name="connsiteX1889" fmla="*/ 4889811 w 6570519"/>
                <a:gd name="connsiteY1889" fmla="*/ 2255046 h 3598363"/>
                <a:gd name="connsiteX1890" fmla="*/ 4907358 w 6570519"/>
                <a:gd name="connsiteY1890" fmla="*/ 2289217 h 3598363"/>
                <a:gd name="connsiteX1891" fmla="*/ 4933990 w 6570519"/>
                <a:gd name="connsiteY1891" fmla="*/ 2314994 h 3598363"/>
                <a:gd name="connsiteX1892" fmla="*/ 4954767 w 6570519"/>
                <a:gd name="connsiteY1892" fmla="*/ 2346706 h 3598363"/>
                <a:gd name="connsiteX1893" fmla="*/ 4968624 w 6570519"/>
                <a:gd name="connsiteY1893" fmla="*/ 2389798 h 3598363"/>
                <a:gd name="connsiteX1894" fmla="*/ 4962212 w 6570519"/>
                <a:gd name="connsiteY1894" fmla="*/ 2400194 h 3598363"/>
                <a:gd name="connsiteX1895" fmla="*/ 4923347 w 6570519"/>
                <a:gd name="connsiteY1895" fmla="*/ 2369465 h 3598363"/>
                <a:gd name="connsiteX1896" fmla="*/ 4907965 w 6570519"/>
                <a:gd name="connsiteY1896" fmla="*/ 2316962 h 3598363"/>
                <a:gd name="connsiteX1897" fmla="*/ 4865361 w 6570519"/>
                <a:gd name="connsiteY1897" fmla="*/ 2276821 h 3598363"/>
                <a:gd name="connsiteX1898" fmla="*/ 4866460 w 6570519"/>
                <a:gd name="connsiteY1898" fmla="*/ 2236189 h 3598363"/>
                <a:gd name="connsiteX1899" fmla="*/ 4862721 w 6570519"/>
                <a:gd name="connsiteY1899" fmla="*/ 2177717 h 3598363"/>
                <a:gd name="connsiteX1900" fmla="*/ 4844584 w 6570519"/>
                <a:gd name="connsiteY1900" fmla="*/ 2111800 h 3598363"/>
                <a:gd name="connsiteX1901" fmla="*/ 4833154 w 6570519"/>
                <a:gd name="connsiteY1901" fmla="*/ 2111800 h 3598363"/>
                <a:gd name="connsiteX1902" fmla="*/ 4810556 w 6570519"/>
                <a:gd name="connsiteY1902" fmla="*/ 2130148 h 3598363"/>
                <a:gd name="connsiteX1903" fmla="*/ 4791943 w 6570519"/>
                <a:gd name="connsiteY1903" fmla="*/ 2123704 h 3598363"/>
                <a:gd name="connsiteX1904" fmla="*/ 4798618 w 6570519"/>
                <a:gd name="connsiteY1904" fmla="*/ 2091254 h 3598363"/>
                <a:gd name="connsiteX1905" fmla="*/ 4777594 w 6570519"/>
                <a:gd name="connsiteY1905" fmla="*/ 2051622 h 3598363"/>
                <a:gd name="connsiteX1906" fmla="*/ 4746453 w 6570519"/>
                <a:gd name="connsiteY1906" fmla="*/ 2011974 h 3598363"/>
                <a:gd name="connsiteX1907" fmla="*/ 4723593 w 6570519"/>
                <a:gd name="connsiteY1907" fmla="*/ 2008268 h 3598363"/>
                <a:gd name="connsiteX1908" fmla="*/ 4662918 w 6570519"/>
                <a:gd name="connsiteY1908" fmla="*/ 2020894 h 3598363"/>
                <a:gd name="connsiteX1909" fmla="*/ 4656539 w 6570519"/>
                <a:gd name="connsiteY1909" fmla="*/ 2036996 h 3598363"/>
                <a:gd name="connsiteX1910" fmla="*/ 4599094 w 6570519"/>
                <a:gd name="connsiteY1910" fmla="*/ 2091517 h 3598363"/>
                <a:gd name="connsiteX1911" fmla="*/ 4548422 w 6570519"/>
                <a:gd name="connsiteY1911" fmla="*/ 2134117 h 3598363"/>
                <a:gd name="connsiteX1912" fmla="*/ 4533631 w 6570519"/>
                <a:gd name="connsiteY1912" fmla="*/ 2152203 h 3598363"/>
                <a:gd name="connsiteX1913" fmla="*/ 4533516 w 6570519"/>
                <a:gd name="connsiteY1913" fmla="*/ 2189621 h 3598363"/>
                <a:gd name="connsiteX1914" fmla="*/ 4523726 w 6570519"/>
                <a:gd name="connsiteY1914" fmla="*/ 2217677 h 3598363"/>
                <a:gd name="connsiteX1915" fmla="*/ 4514346 w 6570519"/>
                <a:gd name="connsiteY1915" fmla="*/ 2250569 h 3598363"/>
                <a:gd name="connsiteX1916" fmla="*/ 4493421 w 6570519"/>
                <a:gd name="connsiteY1916" fmla="*/ 2276821 h 3598363"/>
                <a:gd name="connsiteX1917" fmla="*/ 4476415 w 6570519"/>
                <a:gd name="connsiteY1917" fmla="*/ 2271377 h 3598363"/>
                <a:gd name="connsiteX1918" fmla="*/ 4421053 w 6570519"/>
                <a:gd name="connsiteY1918" fmla="*/ 2166845 h 3598363"/>
                <a:gd name="connsiteX1919" fmla="*/ 4401850 w 6570519"/>
                <a:gd name="connsiteY1919" fmla="*/ 2101437 h 3598363"/>
                <a:gd name="connsiteX1920" fmla="*/ 4400276 w 6570519"/>
                <a:gd name="connsiteY1920" fmla="*/ 2005333 h 3598363"/>
                <a:gd name="connsiteX1921" fmla="*/ 4386288 w 6570519"/>
                <a:gd name="connsiteY1921" fmla="*/ 2020681 h 3598363"/>
                <a:gd name="connsiteX1922" fmla="*/ 4370528 w 6570519"/>
                <a:gd name="connsiteY1922" fmla="*/ 2035717 h 3598363"/>
                <a:gd name="connsiteX1923" fmla="*/ 4343011 w 6570519"/>
                <a:gd name="connsiteY1923" fmla="*/ 2024993 h 3598363"/>
                <a:gd name="connsiteX1924" fmla="*/ 4327514 w 6570519"/>
                <a:gd name="connsiteY1924" fmla="*/ 2006497 h 3598363"/>
                <a:gd name="connsiteX1925" fmla="*/ 4351506 w 6570519"/>
                <a:gd name="connsiteY1925" fmla="*/ 2001217 h 3598363"/>
                <a:gd name="connsiteX1926" fmla="*/ 4356819 w 6570519"/>
                <a:gd name="connsiteY1926" fmla="*/ 1992953 h 3598363"/>
                <a:gd name="connsiteX1927" fmla="*/ 4337846 w 6570519"/>
                <a:gd name="connsiteY1927" fmla="*/ 1994429 h 3598363"/>
                <a:gd name="connsiteX1928" fmla="*/ 4318544 w 6570519"/>
                <a:gd name="connsiteY1928" fmla="*/ 1986673 h 3598363"/>
                <a:gd name="connsiteX1929" fmla="*/ 4299571 w 6570519"/>
                <a:gd name="connsiteY1929" fmla="*/ 1974638 h 3598363"/>
                <a:gd name="connsiteX1930" fmla="*/ 4291913 w 6570519"/>
                <a:gd name="connsiteY1930" fmla="*/ 1955289 h 3598363"/>
                <a:gd name="connsiteX1931" fmla="*/ 4286091 w 6570519"/>
                <a:gd name="connsiteY1931" fmla="*/ 1944582 h 3598363"/>
                <a:gd name="connsiteX1932" fmla="*/ 4262493 w 6570519"/>
                <a:gd name="connsiteY1932" fmla="*/ 1945893 h 3598363"/>
                <a:gd name="connsiteX1933" fmla="*/ 4233402 w 6570519"/>
                <a:gd name="connsiteY1933" fmla="*/ 1953830 h 3598363"/>
                <a:gd name="connsiteX1934" fmla="*/ 4192914 w 6570519"/>
                <a:gd name="connsiteY1934" fmla="*/ 1957634 h 3598363"/>
                <a:gd name="connsiteX1935" fmla="*/ 4148768 w 6570519"/>
                <a:gd name="connsiteY1935" fmla="*/ 1944910 h 3598363"/>
                <a:gd name="connsiteX1936" fmla="*/ 4122202 w 6570519"/>
                <a:gd name="connsiteY1936" fmla="*/ 1940777 h 3598363"/>
                <a:gd name="connsiteX1937" fmla="*/ 4106738 w 6570519"/>
                <a:gd name="connsiteY1937" fmla="*/ 1924757 h 3598363"/>
                <a:gd name="connsiteX1938" fmla="*/ 4077286 w 6570519"/>
                <a:gd name="connsiteY1938" fmla="*/ 1918494 h 3598363"/>
                <a:gd name="connsiteX1939" fmla="*/ 4046112 w 6570519"/>
                <a:gd name="connsiteY1939" fmla="*/ 1916018 h 3598363"/>
                <a:gd name="connsiteX1940" fmla="*/ 4024974 w 6570519"/>
                <a:gd name="connsiteY1940" fmla="*/ 1899817 h 3598363"/>
                <a:gd name="connsiteX1941" fmla="*/ 4012773 w 6570519"/>
                <a:gd name="connsiteY1941" fmla="*/ 1893045 h 3598363"/>
                <a:gd name="connsiteX1942" fmla="*/ 3995915 w 6570519"/>
                <a:gd name="connsiteY1942" fmla="*/ 1868777 h 3598363"/>
                <a:gd name="connsiteX1943" fmla="*/ 3986650 w 6570519"/>
                <a:gd name="connsiteY1943" fmla="*/ 1847133 h 3598363"/>
                <a:gd name="connsiteX1944" fmla="*/ 3964298 w 6570519"/>
                <a:gd name="connsiteY1944" fmla="*/ 1842690 h 3598363"/>
                <a:gd name="connsiteX1945" fmla="*/ 3952803 w 6570519"/>
                <a:gd name="connsiteY1945" fmla="*/ 1845001 h 3598363"/>
                <a:gd name="connsiteX1946" fmla="*/ 3940569 w 6570519"/>
                <a:gd name="connsiteY1946" fmla="*/ 1859693 h 3598363"/>
                <a:gd name="connsiteX1947" fmla="*/ 3951376 w 6570519"/>
                <a:gd name="connsiteY1947" fmla="*/ 1881994 h 3598363"/>
                <a:gd name="connsiteX1948" fmla="*/ 3963282 w 6570519"/>
                <a:gd name="connsiteY1948" fmla="*/ 1901490 h 3598363"/>
                <a:gd name="connsiteX1949" fmla="*/ 3978336 w 6570519"/>
                <a:gd name="connsiteY1949" fmla="*/ 1929562 h 3598363"/>
                <a:gd name="connsiteX1950" fmla="*/ 3992882 w 6570519"/>
                <a:gd name="connsiteY1950" fmla="*/ 1955994 h 3598363"/>
                <a:gd name="connsiteX1951" fmla="*/ 3998014 w 6570519"/>
                <a:gd name="connsiteY1951" fmla="*/ 1949386 h 3598363"/>
                <a:gd name="connsiteX1952" fmla="*/ 3997326 w 6570519"/>
                <a:gd name="connsiteY1952" fmla="*/ 1928234 h 3598363"/>
                <a:gd name="connsiteX1953" fmla="*/ 4003705 w 6570519"/>
                <a:gd name="connsiteY1953" fmla="*/ 1947402 h 3598363"/>
                <a:gd name="connsiteX1954" fmla="*/ 4006738 w 6570519"/>
                <a:gd name="connsiteY1954" fmla="*/ 1967554 h 3598363"/>
                <a:gd name="connsiteX1955" fmla="*/ 4020038 w 6570519"/>
                <a:gd name="connsiteY1955" fmla="*/ 1974310 h 3598363"/>
                <a:gd name="connsiteX1956" fmla="*/ 4056230 w 6570519"/>
                <a:gd name="connsiteY1956" fmla="*/ 1971342 h 3598363"/>
                <a:gd name="connsiteX1957" fmla="*/ 4084223 w 6570519"/>
                <a:gd name="connsiteY1957" fmla="*/ 1950550 h 3598363"/>
                <a:gd name="connsiteX1958" fmla="*/ 4095767 w 6570519"/>
                <a:gd name="connsiteY1958" fmla="*/ 1934186 h 3598363"/>
                <a:gd name="connsiteX1959" fmla="*/ 4100195 w 6570519"/>
                <a:gd name="connsiteY1959" fmla="*/ 1960274 h 3598363"/>
                <a:gd name="connsiteX1960" fmla="*/ 4115839 w 6570519"/>
                <a:gd name="connsiteY1960" fmla="*/ 1970850 h 3598363"/>
                <a:gd name="connsiteX1961" fmla="*/ 4139355 w 6570519"/>
                <a:gd name="connsiteY1961" fmla="*/ 1981574 h 3598363"/>
                <a:gd name="connsiteX1962" fmla="*/ 4148440 w 6570519"/>
                <a:gd name="connsiteY1962" fmla="*/ 1996446 h 3598363"/>
                <a:gd name="connsiteX1963" fmla="*/ 4159247 w 6570519"/>
                <a:gd name="connsiteY1963" fmla="*/ 2004694 h 3598363"/>
                <a:gd name="connsiteX1964" fmla="*/ 4158738 w 6570519"/>
                <a:gd name="connsiteY1964" fmla="*/ 2018074 h 3598363"/>
                <a:gd name="connsiteX1965" fmla="*/ 4144898 w 6570519"/>
                <a:gd name="connsiteY1965" fmla="*/ 2040702 h 3598363"/>
                <a:gd name="connsiteX1966" fmla="*/ 4134272 w 6570519"/>
                <a:gd name="connsiteY1966" fmla="*/ 2047310 h 3598363"/>
                <a:gd name="connsiteX1967" fmla="*/ 4130024 w 6570519"/>
                <a:gd name="connsiteY1967" fmla="*/ 2039882 h 3598363"/>
                <a:gd name="connsiteX1968" fmla="*/ 4123284 w 6570519"/>
                <a:gd name="connsiteY1968" fmla="*/ 2065986 h 3598363"/>
                <a:gd name="connsiteX1969" fmla="*/ 4111018 w 6570519"/>
                <a:gd name="connsiteY1969" fmla="*/ 2081678 h 3598363"/>
                <a:gd name="connsiteX1970" fmla="*/ 4077532 w 6570519"/>
                <a:gd name="connsiteY1970" fmla="*/ 2096862 h 3598363"/>
                <a:gd name="connsiteX1971" fmla="*/ 4067233 w 6570519"/>
                <a:gd name="connsiteY1971" fmla="*/ 2113555 h 3598363"/>
                <a:gd name="connsiteX1972" fmla="*/ 4047014 w 6570519"/>
                <a:gd name="connsiteY1972" fmla="*/ 2117834 h 3598363"/>
                <a:gd name="connsiteX1973" fmla="*/ 4029238 w 6570519"/>
                <a:gd name="connsiteY1973" fmla="*/ 2128263 h 3598363"/>
                <a:gd name="connsiteX1974" fmla="*/ 4015938 w 6570519"/>
                <a:gd name="connsiteY1974" fmla="*/ 2139479 h 3598363"/>
                <a:gd name="connsiteX1975" fmla="*/ 3970399 w 6570519"/>
                <a:gd name="connsiteY1975" fmla="*/ 2155990 h 3598363"/>
                <a:gd name="connsiteX1976" fmla="*/ 3958674 w 6570519"/>
                <a:gd name="connsiteY1976" fmla="*/ 2164238 h 3598363"/>
                <a:gd name="connsiteX1977" fmla="*/ 3941455 w 6570519"/>
                <a:gd name="connsiteY1977" fmla="*/ 2172666 h 3598363"/>
                <a:gd name="connsiteX1978" fmla="*/ 3900835 w 6570519"/>
                <a:gd name="connsiteY1978" fmla="*/ 2181095 h 3598363"/>
                <a:gd name="connsiteX1979" fmla="*/ 3870170 w 6570519"/>
                <a:gd name="connsiteY1979" fmla="*/ 2193146 h 3598363"/>
                <a:gd name="connsiteX1980" fmla="*/ 3860396 w 6570519"/>
                <a:gd name="connsiteY1980" fmla="*/ 2182718 h 3598363"/>
                <a:gd name="connsiteX1981" fmla="*/ 3854394 w 6570519"/>
                <a:gd name="connsiteY1981" fmla="*/ 2154974 h 3598363"/>
                <a:gd name="connsiteX1982" fmla="*/ 3840357 w 6570519"/>
                <a:gd name="connsiteY1982" fmla="*/ 2107750 h 3598363"/>
                <a:gd name="connsiteX1983" fmla="*/ 3824237 w 6570519"/>
                <a:gd name="connsiteY1983" fmla="*/ 2080153 h 3598363"/>
                <a:gd name="connsiteX1984" fmla="*/ 3802590 w 6570519"/>
                <a:gd name="connsiteY1984" fmla="*/ 2049605 h 3598363"/>
                <a:gd name="connsiteX1985" fmla="*/ 3787864 w 6570519"/>
                <a:gd name="connsiteY1985" fmla="*/ 2040030 h 3598363"/>
                <a:gd name="connsiteX1986" fmla="*/ 3782764 w 6570519"/>
                <a:gd name="connsiteY1986" fmla="*/ 2010957 h 3598363"/>
                <a:gd name="connsiteX1987" fmla="*/ 3771006 w 6570519"/>
                <a:gd name="connsiteY1987" fmla="*/ 1981738 h 3598363"/>
                <a:gd name="connsiteX1988" fmla="*/ 3749393 w 6570519"/>
                <a:gd name="connsiteY1988" fmla="*/ 1954158 h 3598363"/>
                <a:gd name="connsiteX1989" fmla="*/ 3730272 w 6570519"/>
                <a:gd name="connsiteY1989" fmla="*/ 1917821 h 3598363"/>
                <a:gd name="connsiteX1990" fmla="*/ 3708101 w 6570519"/>
                <a:gd name="connsiteY1990" fmla="*/ 1879829 h 3598363"/>
                <a:gd name="connsiteX1991" fmla="*/ 3702935 w 6570519"/>
                <a:gd name="connsiteY1991" fmla="*/ 1859989 h 3598363"/>
                <a:gd name="connsiteX1992" fmla="*/ 3687881 w 6570519"/>
                <a:gd name="connsiteY1992" fmla="*/ 1878009 h 3598363"/>
                <a:gd name="connsiteX1993" fmla="*/ 3675090 w 6570519"/>
                <a:gd name="connsiteY1993" fmla="*/ 1867597 h 3598363"/>
                <a:gd name="connsiteX1994" fmla="*/ 3663545 w 6570519"/>
                <a:gd name="connsiteY1994" fmla="*/ 1848937 h 3598363"/>
                <a:gd name="connsiteX1995" fmla="*/ 3662086 w 6570519"/>
                <a:gd name="connsiteY1995" fmla="*/ 1872237 h 3598363"/>
                <a:gd name="connsiteX1996" fmla="*/ 3674910 w 6570519"/>
                <a:gd name="connsiteY1996" fmla="*/ 1895505 h 3598363"/>
                <a:gd name="connsiteX1997" fmla="*/ 3704149 w 6570519"/>
                <a:gd name="connsiteY1997" fmla="*/ 1953305 h 3598363"/>
                <a:gd name="connsiteX1998" fmla="*/ 3714447 w 6570519"/>
                <a:gd name="connsiteY1998" fmla="*/ 1980065 h 3598363"/>
                <a:gd name="connsiteX1999" fmla="*/ 3732502 w 6570519"/>
                <a:gd name="connsiteY1999" fmla="*/ 2010777 h 3598363"/>
                <a:gd name="connsiteX2000" fmla="*/ 3743161 w 6570519"/>
                <a:gd name="connsiteY2000" fmla="*/ 2028289 h 3598363"/>
                <a:gd name="connsiteX2001" fmla="*/ 3746015 w 6570519"/>
                <a:gd name="connsiteY2001" fmla="*/ 2065953 h 3598363"/>
                <a:gd name="connsiteX2002" fmla="*/ 3761069 w 6570519"/>
                <a:gd name="connsiteY2002" fmla="*/ 2086762 h 3598363"/>
                <a:gd name="connsiteX2003" fmla="*/ 3770662 w 6570519"/>
                <a:gd name="connsiteY2003" fmla="*/ 2100797 h 3598363"/>
                <a:gd name="connsiteX2004" fmla="*/ 3782568 w 6570519"/>
                <a:gd name="connsiteY2004" fmla="*/ 2130526 h 3598363"/>
                <a:gd name="connsiteX2005" fmla="*/ 3796195 w 6570519"/>
                <a:gd name="connsiteY2005" fmla="*/ 2148874 h 3598363"/>
                <a:gd name="connsiteX2006" fmla="*/ 3813922 w 6570519"/>
                <a:gd name="connsiteY2006" fmla="*/ 2155974 h 3598363"/>
                <a:gd name="connsiteX2007" fmla="*/ 3824368 w 6570519"/>
                <a:gd name="connsiteY2007" fmla="*/ 2167534 h 3598363"/>
                <a:gd name="connsiteX2008" fmla="*/ 3846424 w 6570519"/>
                <a:gd name="connsiteY2008" fmla="*/ 2190179 h 3598363"/>
                <a:gd name="connsiteX2009" fmla="*/ 3848146 w 6570519"/>
                <a:gd name="connsiteY2009" fmla="*/ 2208166 h 3598363"/>
                <a:gd name="connsiteX2010" fmla="*/ 3849064 w 6570519"/>
                <a:gd name="connsiteY2010" fmla="*/ 2219218 h 3598363"/>
                <a:gd name="connsiteX2011" fmla="*/ 3875073 w 6570519"/>
                <a:gd name="connsiteY2011" fmla="*/ 2238042 h 3598363"/>
                <a:gd name="connsiteX2012" fmla="*/ 3889832 w 6570519"/>
                <a:gd name="connsiteY2012" fmla="*/ 2240354 h 3598363"/>
                <a:gd name="connsiteX2013" fmla="*/ 3917349 w 6570519"/>
                <a:gd name="connsiteY2013" fmla="*/ 2234074 h 3598363"/>
                <a:gd name="connsiteX2014" fmla="*/ 3962888 w 6570519"/>
                <a:gd name="connsiteY2014" fmla="*/ 2222678 h 3598363"/>
                <a:gd name="connsiteX2015" fmla="*/ 4002672 w 6570519"/>
                <a:gd name="connsiteY2015" fmla="*/ 2213758 h 3598363"/>
                <a:gd name="connsiteX2016" fmla="*/ 4004754 w 6570519"/>
                <a:gd name="connsiteY2016" fmla="*/ 2233910 h 3598363"/>
                <a:gd name="connsiteX2017" fmla="*/ 3990208 w 6570519"/>
                <a:gd name="connsiteY2017" fmla="*/ 2270574 h 3598363"/>
                <a:gd name="connsiteX2018" fmla="*/ 3979041 w 6570519"/>
                <a:gd name="connsiteY2018" fmla="*/ 2291890 h 3598363"/>
                <a:gd name="connsiteX2019" fmla="*/ 3943439 w 6570519"/>
                <a:gd name="connsiteY2019" fmla="*/ 2349854 h 3598363"/>
                <a:gd name="connsiteX2020" fmla="*/ 3923367 w 6570519"/>
                <a:gd name="connsiteY2020" fmla="*/ 2380746 h 3598363"/>
                <a:gd name="connsiteX2021" fmla="*/ 3878713 w 6570519"/>
                <a:gd name="connsiteY2021" fmla="*/ 2417558 h 3598363"/>
                <a:gd name="connsiteX2022" fmla="*/ 3861314 w 6570519"/>
                <a:gd name="connsiteY2022" fmla="*/ 2438038 h 3598363"/>
                <a:gd name="connsiteX2023" fmla="*/ 3819071 w 6570519"/>
                <a:gd name="connsiteY2023" fmla="*/ 2490706 h 3598363"/>
                <a:gd name="connsiteX2024" fmla="*/ 3802590 w 6570519"/>
                <a:gd name="connsiteY2024" fmla="*/ 2516318 h 3598363"/>
                <a:gd name="connsiteX2025" fmla="*/ 3781305 w 6570519"/>
                <a:gd name="connsiteY2025" fmla="*/ 2550015 h 3598363"/>
                <a:gd name="connsiteX2026" fmla="*/ 3778304 w 6570519"/>
                <a:gd name="connsiteY2026" fmla="*/ 2565559 h 3598363"/>
                <a:gd name="connsiteX2027" fmla="*/ 3790389 w 6570519"/>
                <a:gd name="connsiteY2027" fmla="*/ 2582055 h 3598363"/>
                <a:gd name="connsiteX2028" fmla="*/ 3789291 w 6570519"/>
                <a:gd name="connsiteY2028" fmla="*/ 2616062 h 3598363"/>
                <a:gd name="connsiteX2029" fmla="*/ 3800180 w 6570519"/>
                <a:gd name="connsiteY2029" fmla="*/ 2633066 h 3598363"/>
                <a:gd name="connsiteX2030" fmla="*/ 3809707 w 6570519"/>
                <a:gd name="connsiteY2030" fmla="*/ 2671895 h 3598363"/>
                <a:gd name="connsiteX2031" fmla="*/ 3808641 w 6570519"/>
                <a:gd name="connsiteY2031" fmla="*/ 2720266 h 3598363"/>
                <a:gd name="connsiteX2032" fmla="*/ 3797835 w 6570519"/>
                <a:gd name="connsiteY2032" fmla="*/ 2750683 h 3598363"/>
                <a:gd name="connsiteX2033" fmla="*/ 3758265 w 6570519"/>
                <a:gd name="connsiteY2033" fmla="*/ 2774443 h 3598363"/>
                <a:gd name="connsiteX2034" fmla="*/ 3739619 w 6570519"/>
                <a:gd name="connsiteY2034" fmla="*/ 2785183 h 3598363"/>
                <a:gd name="connsiteX2035" fmla="*/ 3710380 w 6570519"/>
                <a:gd name="connsiteY2035" fmla="*/ 2818863 h 3598363"/>
                <a:gd name="connsiteX2036" fmla="*/ 3702427 w 6570519"/>
                <a:gd name="connsiteY2036" fmla="*/ 2836063 h 3598363"/>
                <a:gd name="connsiteX2037" fmla="*/ 3715726 w 6570519"/>
                <a:gd name="connsiteY2037" fmla="*/ 2865627 h 3598363"/>
                <a:gd name="connsiteX2038" fmla="*/ 3716054 w 6570519"/>
                <a:gd name="connsiteY2038" fmla="*/ 2889239 h 3598363"/>
                <a:gd name="connsiteX2039" fmla="*/ 3713234 w 6570519"/>
                <a:gd name="connsiteY2039" fmla="*/ 2912687 h 3598363"/>
                <a:gd name="connsiteX2040" fmla="*/ 3676714 w 6570519"/>
                <a:gd name="connsiteY2040" fmla="*/ 2934168 h 3598363"/>
                <a:gd name="connsiteX2041" fmla="*/ 3662676 w 6570519"/>
                <a:gd name="connsiteY2041" fmla="*/ 2947859 h 3598363"/>
                <a:gd name="connsiteX2042" fmla="*/ 3661069 w 6570519"/>
                <a:gd name="connsiteY2042" fmla="*/ 2989656 h 3598363"/>
                <a:gd name="connsiteX2043" fmla="*/ 3644539 w 6570519"/>
                <a:gd name="connsiteY2043" fmla="*/ 3011464 h 3598363"/>
                <a:gd name="connsiteX2044" fmla="*/ 3619597 w 6570519"/>
                <a:gd name="connsiteY2044" fmla="*/ 3050768 h 3598363"/>
                <a:gd name="connsiteX2045" fmla="*/ 3595966 w 6570519"/>
                <a:gd name="connsiteY2045" fmla="*/ 3077020 h 3598363"/>
                <a:gd name="connsiteX2046" fmla="*/ 3565481 w 6570519"/>
                <a:gd name="connsiteY2046" fmla="*/ 3103616 h 3598363"/>
                <a:gd name="connsiteX2047" fmla="*/ 3523238 w 6570519"/>
                <a:gd name="connsiteY2047" fmla="*/ 3117324 h 3598363"/>
                <a:gd name="connsiteX2048" fmla="*/ 3487439 w 6570519"/>
                <a:gd name="connsiteY2048" fmla="*/ 3125244 h 3598363"/>
                <a:gd name="connsiteX2049" fmla="*/ 3434898 w 6570519"/>
                <a:gd name="connsiteY2049" fmla="*/ 3133196 h 3598363"/>
                <a:gd name="connsiteX2050" fmla="*/ 3413104 w 6570519"/>
                <a:gd name="connsiteY2050" fmla="*/ 3122456 h 3598363"/>
                <a:gd name="connsiteX2051" fmla="*/ 3398591 w 6570519"/>
                <a:gd name="connsiteY2051" fmla="*/ 3105124 h 3598363"/>
                <a:gd name="connsiteX2052" fmla="*/ 3396246 w 6570519"/>
                <a:gd name="connsiteY2052" fmla="*/ 3080004 h 3598363"/>
                <a:gd name="connsiteX2053" fmla="*/ 3388292 w 6570519"/>
                <a:gd name="connsiteY2053" fmla="*/ 3055392 h 3598363"/>
                <a:gd name="connsiteX2054" fmla="*/ 3377124 w 6570519"/>
                <a:gd name="connsiteY2054" fmla="*/ 3029960 h 3598363"/>
                <a:gd name="connsiteX2055" fmla="*/ 3361628 w 6570519"/>
                <a:gd name="connsiteY2055" fmla="*/ 3001232 h 3598363"/>
                <a:gd name="connsiteX2056" fmla="*/ 3346754 w 6570519"/>
                <a:gd name="connsiteY2056" fmla="*/ 2988016 h 3598363"/>
                <a:gd name="connsiteX2057" fmla="*/ 3338948 w 6570519"/>
                <a:gd name="connsiteY2057" fmla="*/ 2966880 h 3598363"/>
                <a:gd name="connsiteX2058" fmla="*/ 3332389 w 6570519"/>
                <a:gd name="connsiteY2058" fmla="*/ 2913687 h 3598363"/>
                <a:gd name="connsiteX2059" fmla="*/ 3328470 w 6570519"/>
                <a:gd name="connsiteY2059" fmla="*/ 2893535 h 3598363"/>
                <a:gd name="connsiteX2060" fmla="*/ 3314662 w 6570519"/>
                <a:gd name="connsiteY2060" fmla="*/ 2859692 h 3598363"/>
                <a:gd name="connsiteX2061" fmla="*/ 3301543 w 6570519"/>
                <a:gd name="connsiteY2061" fmla="*/ 2834571 h 3598363"/>
                <a:gd name="connsiteX2062" fmla="*/ 3287358 w 6570519"/>
                <a:gd name="connsiteY2062" fmla="*/ 2807335 h 3598363"/>
                <a:gd name="connsiteX2063" fmla="*/ 3280290 w 6570519"/>
                <a:gd name="connsiteY2063" fmla="*/ 2794447 h 3598363"/>
                <a:gd name="connsiteX2064" fmla="*/ 3283668 w 6570519"/>
                <a:gd name="connsiteY2064" fmla="*/ 2770343 h 3598363"/>
                <a:gd name="connsiteX2065" fmla="*/ 3289277 w 6570519"/>
                <a:gd name="connsiteY2065" fmla="*/ 2736155 h 3598363"/>
                <a:gd name="connsiteX2066" fmla="*/ 3292130 w 6570519"/>
                <a:gd name="connsiteY2066" fmla="*/ 2712379 h 3598363"/>
                <a:gd name="connsiteX2067" fmla="*/ 3308316 w 6570519"/>
                <a:gd name="connsiteY2067" fmla="*/ 2682668 h 3598363"/>
                <a:gd name="connsiteX2068" fmla="*/ 3311612 w 6570519"/>
                <a:gd name="connsiteY2068" fmla="*/ 2657055 h 3598363"/>
                <a:gd name="connsiteX2069" fmla="*/ 3305970 w 6570519"/>
                <a:gd name="connsiteY2069" fmla="*/ 2632459 h 3598363"/>
                <a:gd name="connsiteX2070" fmla="*/ 3294983 w 6570519"/>
                <a:gd name="connsiteY2070" fmla="*/ 2588187 h 3598363"/>
                <a:gd name="connsiteX2071" fmla="*/ 3289277 w 6570519"/>
                <a:gd name="connsiteY2071" fmla="*/ 2562755 h 3598363"/>
                <a:gd name="connsiteX2072" fmla="*/ 3281503 w 6570519"/>
                <a:gd name="connsiteY2072" fmla="*/ 2529239 h 3598363"/>
                <a:gd name="connsiteX2073" fmla="*/ 3268384 w 6570519"/>
                <a:gd name="connsiteY2073" fmla="*/ 2516859 h 3598363"/>
                <a:gd name="connsiteX2074" fmla="*/ 3259004 w 6570519"/>
                <a:gd name="connsiteY2074" fmla="*/ 2506103 h 3598363"/>
                <a:gd name="connsiteX2075" fmla="*/ 3246919 w 6570519"/>
                <a:gd name="connsiteY2075" fmla="*/ 2488935 h 3598363"/>
                <a:gd name="connsiteX2076" fmla="*/ 3234095 w 6570519"/>
                <a:gd name="connsiteY2076" fmla="*/ 2472079 h 3598363"/>
                <a:gd name="connsiteX2077" fmla="*/ 3232373 w 6570519"/>
                <a:gd name="connsiteY2077" fmla="*/ 2453911 h 3598363"/>
                <a:gd name="connsiteX2078" fmla="*/ 3239998 w 6570519"/>
                <a:gd name="connsiteY2078" fmla="*/ 2394963 h 3598363"/>
                <a:gd name="connsiteX2079" fmla="*/ 3237030 w 6570519"/>
                <a:gd name="connsiteY2079" fmla="*/ 2372843 h 3598363"/>
                <a:gd name="connsiteX2080" fmla="*/ 3221566 w 6570519"/>
                <a:gd name="connsiteY2080" fmla="*/ 2354659 h 3598363"/>
                <a:gd name="connsiteX2081" fmla="*/ 3188408 w 6570519"/>
                <a:gd name="connsiteY2081" fmla="*/ 2355987 h 3598363"/>
                <a:gd name="connsiteX2082" fmla="*/ 3164990 w 6570519"/>
                <a:gd name="connsiteY2082" fmla="*/ 2343427 h 3598363"/>
                <a:gd name="connsiteX2083" fmla="*/ 3144738 w 6570519"/>
                <a:gd name="connsiteY2083" fmla="*/ 2320159 h 3598363"/>
                <a:gd name="connsiteX2084" fmla="*/ 3106824 w 6570519"/>
                <a:gd name="connsiteY2084" fmla="*/ 2319306 h 3598363"/>
                <a:gd name="connsiteX2085" fmla="*/ 3076273 w 6570519"/>
                <a:gd name="connsiteY2085" fmla="*/ 2324947 h 3598363"/>
                <a:gd name="connsiteX2086" fmla="*/ 3034948 w 6570519"/>
                <a:gd name="connsiteY2086" fmla="*/ 2343115 h 3598363"/>
                <a:gd name="connsiteX2087" fmla="*/ 2990114 w 6570519"/>
                <a:gd name="connsiteY2087" fmla="*/ 2341787 h 3598363"/>
                <a:gd name="connsiteX2088" fmla="*/ 2938130 w 6570519"/>
                <a:gd name="connsiteY2088" fmla="*/ 2353347 h 3598363"/>
                <a:gd name="connsiteX2089" fmla="*/ 2909071 w 6570519"/>
                <a:gd name="connsiteY2089" fmla="*/ 2349707 h 3598363"/>
                <a:gd name="connsiteX2090" fmla="*/ 2879062 w 6570519"/>
                <a:gd name="connsiteY2090" fmla="*/ 2330407 h 3598363"/>
                <a:gd name="connsiteX2091" fmla="*/ 2853201 w 6570519"/>
                <a:gd name="connsiteY2091" fmla="*/ 2312059 h 3598363"/>
                <a:gd name="connsiteX2092" fmla="*/ 2831374 w 6570519"/>
                <a:gd name="connsiteY2092" fmla="*/ 2293235 h 3598363"/>
                <a:gd name="connsiteX2093" fmla="*/ 2810089 w 6570519"/>
                <a:gd name="connsiteY2093" fmla="*/ 2258391 h 3598363"/>
                <a:gd name="connsiteX2094" fmla="*/ 2783457 w 6570519"/>
                <a:gd name="connsiteY2094" fmla="*/ 2217267 h 3598363"/>
                <a:gd name="connsiteX2095" fmla="*/ 2755792 w 6570519"/>
                <a:gd name="connsiteY2095" fmla="*/ 2171863 h 3598363"/>
                <a:gd name="connsiteX2096" fmla="*/ 2746232 w 6570519"/>
                <a:gd name="connsiteY2096" fmla="*/ 2159959 h 3598363"/>
                <a:gd name="connsiteX2097" fmla="*/ 2761515 w 6570519"/>
                <a:gd name="connsiteY2097" fmla="*/ 2123950 h 3598363"/>
                <a:gd name="connsiteX2098" fmla="*/ 2769092 w 6570519"/>
                <a:gd name="connsiteY2098" fmla="*/ 2107438 h 3598363"/>
                <a:gd name="connsiteX2099" fmla="*/ 2762204 w 6570519"/>
                <a:gd name="connsiteY2099" fmla="*/ 2069626 h 3598363"/>
                <a:gd name="connsiteX2100" fmla="*/ 2749823 w 6570519"/>
                <a:gd name="connsiteY2100" fmla="*/ 2025043 h 3598363"/>
                <a:gd name="connsiteX2101" fmla="*/ 2755678 w 6570519"/>
                <a:gd name="connsiteY2101" fmla="*/ 2008039 h 3598363"/>
                <a:gd name="connsiteX2102" fmla="*/ 2779571 w 6570519"/>
                <a:gd name="connsiteY2102" fmla="*/ 1970391 h 3598363"/>
                <a:gd name="connsiteX2103" fmla="*/ 2800676 w 6570519"/>
                <a:gd name="connsiteY2103" fmla="*/ 1933546 h 3598363"/>
                <a:gd name="connsiteX2104" fmla="*/ 2826291 w 6570519"/>
                <a:gd name="connsiteY2104" fmla="*/ 1890619 h 3598363"/>
                <a:gd name="connsiteX2105" fmla="*/ 2863286 w 6570519"/>
                <a:gd name="connsiteY2105" fmla="*/ 1864350 h 3598363"/>
                <a:gd name="connsiteX2106" fmla="*/ 2880505 w 6570519"/>
                <a:gd name="connsiteY2106" fmla="*/ 1853462 h 3598363"/>
                <a:gd name="connsiteX2107" fmla="*/ 2888130 w 6570519"/>
                <a:gd name="connsiteY2107" fmla="*/ 1803090 h 3598363"/>
                <a:gd name="connsiteX2108" fmla="*/ 2897215 w 6570519"/>
                <a:gd name="connsiteY2108" fmla="*/ 1776494 h 3598363"/>
                <a:gd name="connsiteX2109" fmla="*/ 2931439 w 6570519"/>
                <a:gd name="connsiteY2109" fmla="*/ 1756670 h 3598363"/>
                <a:gd name="connsiteX2110" fmla="*/ 2945247 w 6570519"/>
                <a:gd name="connsiteY2110" fmla="*/ 1735026 h 3598363"/>
                <a:gd name="connsiteX2111" fmla="*/ 2957710 w 6570519"/>
                <a:gd name="connsiteY2111" fmla="*/ 1708101 h 3598363"/>
                <a:gd name="connsiteX2112" fmla="*/ 2970600 w 6570519"/>
                <a:gd name="connsiteY2112" fmla="*/ 1715546 h 3598363"/>
                <a:gd name="connsiteX2113" fmla="*/ 2984260 w 6570519"/>
                <a:gd name="connsiteY2113" fmla="*/ 1722482 h 3598363"/>
                <a:gd name="connsiteX2114" fmla="*/ 3001479 w 6570519"/>
                <a:gd name="connsiteY2114" fmla="*/ 1719170 h 3598363"/>
                <a:gd name="connsiteX2115" fmla="*/ 3018156 w 6570519"/>
                <a:gd name="connsiteY2115" fmla="*/ 1723482 h 3598363"/>
                <a:gd name="connsiteX2116" fmla="*/ 3037507 w 6570519"/>
                <a:gd name="connsiteY2116" fmla="*/ 1716382 h 3598363"/>
                <a:gd name="connsiteX2117" fmla="*/ 3089310 w 6570519"/>
                <a:gd name="connsiteY2117" fmla="*/ 1691770 h 3598363"/>
                <a:gd name="connsiteX2118" fmla="*/ 3136096 w 6570519"/>
                <a:gd name="connsiteY2118" fmla="*/ 1678062 h 3598363"/>
                <a:gd name="connsiteX2119" fmla="*/ 3152429 w 6570519"/>
                <a:gd name="connsiteY2119" fmla="*/ 1682702 h 3598363"/>
                <a:gd name="connsiteX2120" fmla="*/ 3166565 w 6570519"/>
                <a:gd name="connsiteY2120" fmla="*/ 1685818 h 3598363"/>
                <a:gd name="connsiteX2121" fmla="*/ 3181143 w 6570519"/>
                <a:gd name="connsiteY2121" fmla="*/ 1673602 h 3598363"/>
                <a:gd name="connsiteX2122" fmla="*/ 3203675 w 6570519"/>
                <a:gd name="connsiteY2122" fmla="*/ 1678062 h 3598363"/>
                <a:gd name="connsiteX2123" fmla="*/ 3226027 w 6570519"/>
                <a:gd name="connsiteY2123" fmla="*/ 1676422 h 3598363"/>
                <a:gd name="connsiteX2124" fmla="*/ 3238588 w 6570519"/>
                <a:gd name="connsiteY2124" fmla="*/ 1668486 h 3598363"/>
                <a:gd name="connsiteX2125" fmla="*/ 3258840 w 6570519"/>
                <a:gd name="connsiteY2125" fmla="*/ 1675258 h 3598363"/>
                <a:gd name="connsiteX2126" fmla="*/ 3265761 w 6570519"/>
                <a:gd name="connsiteY2126" fmla="*/ 1681030 h 3598363"/>
                <a:gd name="connsiteX2127" fmla="*/ 3257414 w 6570519"/>
                <a:gd name="connsiteY2127" fmla="*/ 1694738 h 3598363"/>
                <a:gd name="connsiteX2128" fmla="*/ 3259168 w 6570519"/>
                <a:gd name="connsiteY2128" fmla="*/ 1708790 h 3598363"/>
                <a:gd name="connsiteX2129" fmla="*/ 3264121 w 6570519"/>
                <a:gd name="connsiteY2129" fmla="*/ 1725138 h 3598363"/>
                <a:gd name="connsiteX2130" fmla="*/ 3248542 w 6570519"/>
                <a:gd name="connsiteY2130" fmla="*/ 1745782 h 3598363"/>
                <a:gd name="connsiteX2131" fmla="*/ 3258431 w 6570519"/>
                <a:gd name="connsiteY2131" fmla="*/ 1761966 h 3598363"/>
                <a:gd name="connsiteX2132" fmla="*/ 3285571 w 6570519"/>
                <a:gd name="connsiteY2132" fmla="*/ 1775986 h 3598363"/>
                <a:gd name="connsiteX2133" fmla="*/ 3321221 w 6570519"/>
                <a:gd name="connsiteY2133" fmla="*/ 1786234 h 3598363"/>
                <a:gd name="connsiteX2134" fmla="*/ 3344311 w 6570519"/>
                <a:gd name="connsiteY2134" fmla="*/ 1800106 h 3598363"/>
                <a:gd name="connsiteX2135" fmla="*/ 3362546 w 6570519"/>
                <a:gd name="connsiteY2135" fmla="*/ 1818930 h 3598363"/>
                <a:gd name="connsiteX2136" fmla="*/ 3392507 w 6570519"/>
                <a:gd name="connsiteY2136" fmla="*/ 1827014 h 3598363"/>
                <a:gd name="connsiteX2137" fmla="*/ 3413284 w 6570519"/>
                <a:gd name="connsiteY2137" fmla="*/ 1838754 h 3598363"/>
                <a:gd name="connsiteX2138" fmla="*/ 3426403 w 6570519"/>
                <a:gd name="connsiteY2138" fmla="*/ 1835130 h 3598363"/>
                <a:gd name="connsiteX2139" fmla="*/ 3432634 w 6570519"/>
                <a:gd name="connsiteY2139" fmla="*/ 1819602 h 3598363"/>
                <a:gd name="connsiteX2140" fmla="*/ 3427288 w 6570519"/>
                <a:gd name="connsiteY2140" fmla="*/ 1808042 h 3598363"/>
                <a:gd name="connsiteX2141" fmla="*/ 3438095 w 6570519"/>
                <a:gd name="connsiteY2141" fmla="*/ 1788579 h 3598363"/>
                <a:gd name="connsiteX2142" fmla="*/ 3460332 w 6570519"/>
                <a:gd name="connsiteY2142" fmla="*/ 1783135 h 3598363"/>
                <a:gd name="connsiteX2143" fmla="*/ 3486373 w 6570519"/>
                <a:gd name="connsiteY2143" fmla="*/ 1788743 h 3598363"/>
                <a:gd name="connsiteX2144" fmla="*/ 3498934 w 6570519"/>
                <a:gd name="connsiteY2144" fmla="*/ 1797646 h 3598363"/>
                <a:gd name="connsiteX2145" fmla="*/ 3519859 w 6570519"/>
                <a:gd name="connsiteY2145" fmla="*/ 1805583 h 3598363"/>
                <a:gd name="connsiteX2146" fmla="*/ 3528944 w 6570519"/>
                <a:gd name="connsiteY2146" fmla="*/ 1813667 h 3598363"/>
                <a:gd name="connsiteX2147" fmla="*/ 3549492 w 6570519"/>
                <a:gd name="connsiteY2147" fmla="*/ 1815159 h 3598363"/>
                <a:gd name="connsiteX2148" fmla="*/ 3590079 w 6570519"/>
                <a:gd name="connsiteY2148" fmla="*/ 1825718 h 3598363"/>
                <a:gd name="connsiteX2149" fmla="*/ 3615464 w 6570519"/>
                <a:gd name="connsiteY2149" fmla="*/ 1820275 h 3598363"/>
                <a:gd name="connsiteX2150" fmla="*/ 3636569 w 6570519"/>
                <a:gd name="connsiteY2150" fmla="*/ 1814667 h 3598363"/>
                <a:gd name="connsiteX2151" fmla="*/ 3669908 w 6570519"/>
                <a:gd name="connsiteY2151" fmla="*/ 1823734 h 3598363"/>
                <a:gd name="connsiteX2152" fmla="*/ 3691374 w 6570519"/>
                <a:gd name="connsiteY2152" fmla="*/ 1815634 h 3598363"/>
                <a:gd name="connsiteX2153" fmla="*/ 3709150 w 6570519"/>
                <a:gd name="connsiteY2153" fmla="*/ 1782791 h 3598363"/>
                <a:gd name="connsiteX2154" fmla="*/ 3724171 w 6570519"/>
                <a:gd name="connsiteY2154" fmla="*/ 1734550 h 3598363"/>
                <a:gd name="connsiteX2155" fmla="*/ 3723138 w 6570519"/>
                <a:gd name="connsiteY2155" fmla="*/ 1707495 h 3598363"/>
                <a:gd name="connsiteX2156" fmla="*/ 3726516 w 6570519"/>
                <a:gd name="connsiteY2156" fmla="*/ 1688491 h 3598363"/>
                <a:gd name="connsiteX2157" fmla="*/ 3713725 w 6570519"/>
                <a:gd name="connsiteY2157" fmla="*/ 1687015 h 3598363"/>
                <a:gd name="connsiteX2158" fmla="*/ 3703985 w 6570519"/>
                <a:gd name="connsiteY2158" fmla="*/ 1683539 h 3598363"/>
                <a:gd name="connsiteX2159" fmla="*/ 3692620 w 6570519"/>
                <a:gd name="connsiteY2159" fmla="*/ 1688983 h 3598363"/>
                <a:gd name="connsiteX2160" fmla="*/ 3674713 w 6570519"/>
                <a:gd name="connsiteY2160" fmla="*/ 1699542 h 3598363"/>
                <a:gd name="connsiteX2161" fmla="*/ 3656100 w 6570519"/>
                <a:gd name="connsiteY2161" fmla="*/ 1691950 h 3598363"/>
                <a:gd name="connsiteX2162" fmla="*/ 3634454 w 6570519"/>
                <a:gd name="connsiteY2162" fmla="*/ 1682538 h 3598363"/>
                <a:gd name="connsiteX2163" fmla="*/ 3625927 w 6570519"/>
                <a:gd name="connsiteY2163" fmla="*/ 1685342 h 3598363"/>
                <a:gd name="connsiteX2164" fmla="*/ 3619957 w 6570519"/>
                <a:gd name="connsiteY2164" fmla="*/ 1694935 h 3598363"/>
                <a:gd name="connsiteX2165" fmla="*/ 3592440 w 6570519"/>
                <a:gd name="connsiteY2165" fmla="*/ 1689819 h 3598363"/>
                <a:gd name="connsiteX2166" fmla="*/ 3569367 w 6570519"/>
                <a:gd name="connsiteY2166" fmla="*/ 1672962 h 3598363"/>
                <a:gd name="connsiteX2167" fmla="*/ 3556806 w 6570519"/>
                <a:gd name="connsiteY2167" fmla="*/ 1648186 h 3598363"/>
                <a:gd name="connsiteX2168" fmla="*/ 3554494 w 6570519"/>
                <a:gd name="connsiteY2168" fmla="*/ 1615818 h 3598363"/>
                <a:gd name="connsiteX2169" fmla="*/ 3551443 w 6570519"/>
                <a:gd name="connsiteY2169" fmla="*/ 1612358 h 3598363"/>
                <a:gd name="connsiteX2170" fmla="*/ 3543818 w 6570519"/>
                <a:gd name="connsiteY2170" fmla="*/ 1604586 h 3598363"/>
                <a:gd name="connsiteX2171" fmla="*/ 3559053 w 6570519"/>
                <a:gd name="connsiteY2171" fmla="*/ 1591190 h 3598363"/>
                <a:gd name="connsiteX2172" fmla="*/ 3582650 w 6570519"/>
                <a:gd name="connsiteY2172" fmla="*/ 1588894 h 3598363"/>
                <a:gd name="connsiteX2173" fmla="*/ 3604116 w 6570519"/>
                <a:gd name="connsiteY2173" fmla="*/ 1581597 h 3598363"/>
                <a:gd name="connsiteX2174" fmla="*/ 3611217 w 6570519"/>
                <a:gd name="connsiteY2174" fmla="*/ 1576645 h 3598363"/>
                <a:gd name="connsiteX2175" fmla="*/ 3598245 w 6570519"/>
                <a:gd name="connsiteY2175" fmla="*/ 1571366 h 3598363"/>
                <a:gd name="connsiteX2176" fmla="*/ 3607478 w 6570519"/>
                <a:gd name="connsiteY2176" fmla="*/ 1567725 h 3598363"/>
                <a:gd name="connsiteX2177" fmla="*/ 3630928 w 6570519"/>
                <a:gd name="connsiteY2177" fmla="*/ 1566250 h 3598363"/>
                <a:gd name="connsiteX2178" fmla="*/ 3646359 w 6570519"/>
                <a:gd name="connsiteY2178" fmla="*/ 1562445 h 3598363"/>
                <a:gd name="connsiteX2179" fmla="*/ 3658593 w 6570519"/>
                <a:gd name="connsiteY2179" fmla="*/ 1546753 h 3598363"/>
                <a:gd name="connsiteX2180" fmla="*/ 3687865 w 6570519"/>
                <a:gd name="connsiteY2180" fmla="*/ 1544277 h 3598363"/>
                <a:gd name="connsiteX2181" fmla="*/ 3706986 w 6570519"/>
                <a:gd name="connsiteY2181" fmla="*/ 1551394 h 3598363"/>
                <a:gd name="connsiteX2182" fmla="*/ 3722810 w 6570519"/>
                <a:gd name="connsiteY2182" fmla="*/ 1554690 h 3598363"/>
                <a:gd name="connsiteX2183" fmla="*/ 3730764 w 6570519"/>
                <a:gd name="connsiteY2183" fmla="*/ 1562281 h 3598363"/>
                <a:gd name="connsiteX2184" fmla="*/ 3757690 w 6570519"/>
                <a:gd name="connsiteY2184" fmla="*/ 1570365 h 3598363"/>
                <a:gd name="connsiteX2185" fmla="*/ 3776336 w 6570519"/>
                <a:gd name="connsiteY2185" fmla="*/ 1572513 h 3598363"/>
                <a:gd name="connsiteX2186" fmla="*/ 3801869 w 6570519"/>
                <a:gd name="connsiteY2186" fmla="*/ 1570693 h 3598363"/>
                <a:gd name="connsiteX2187" fmla="*/ 3826336 w 6570519"/>
                <a:gd name="connsiteY2187" fmla="*/ 1558658 h 3598363"/>
                <a:gd name="connsiteX2188" fmla="*/ 3825827 w 6570519"/>
                <a:gd name="connsiteY2188" fmla="*/ 1530586 h 3598363"/>
                <a:gd name="connsiteX2189" fmla="*/ 3804181 w 6570519"/>
                <a:gd name="connsiteY2189" fmla="*/ 1510122 h 3598363"/>
                <a:gd name="connsiteX2190" fmla="*/ 3779009 w 6570519"/>
                <a:gd name="connsiteY2190" fmla="*/ 1485674 h 3598363"/>
                <a:gd name="connsiteX2191" fmla="*/ 3756985 w 6570519"/>
                <a:gd name="connsiteY2191" fmla="*/ 1474114 h 3598363"/>
                <a:gd name="connsiteX2192" fmla="*/ 3735011 w 6570519"/>
                <a:gd name="connsiteY2192" fmla="*/ 1457749 h 3598363"/>
                <a:gd name="connsiteX2193" fmla="*/ 3748852 w 6570519"/>
                <a:gd name="connsiteY2193" fmla="*/ 1449502 h 3598363"/>
                <a:gd name="connsiteX2194" fmla="*/ 3758412 w 6570519"/>
                <a:gd name="connsiteY2194" fmla="*/ 1438762 h 3598363"/>
                <a:gd name="connsiteX2195" fmla="*/ 3770465 w 6570519"/>
                <a:gd name="connsiteY2195" fmla="*/ 1429858 h 3598363"/>
                <a:gd name="connsiteX2196" fmla="*/ 3757313 w 6570519"/>
                <a:gd name="connsiteY2196" fmla="*/ 1415838 h 3598363"/>
                <a:gd name="connsiteX2197" fmla="*/ 3772449 w 6570519"/>
                <a:gd name="connsiteY2197" fmla="*/ 1411034 h 3598363"/>
                <a:gd name="connsiteX2198" fmla="*/ 3783436 w 6570519"/>
                <a:gd name="connsiteY2198" fmla="*/ 1400786 h 3598363"/>
                <a:gd name="connsiteX2199" fmla="*/ 3773646 w 6570519"/>
                <a:gd name="connsiteY2199" fmla="*/ 1395342 h 3598363"/>
                <a:gd name="connsiteX2200" fmla="*/ 3731633 w 6570519"/>
                <a:gd name="connsiteY2200" fmla="*/ 1404754 h 3598363"/>
                <a:gd name="connsiteX2201" fmla="*/ 3711036 w 6570519"/>
                <a:gd name="connsiteY2201" fmla="*/ 1418117 h 3598363"/>
                <a:gd name="connsiteX2202" fmla="*/ 3700918 w 6570519"/>
                <a:gd name="connsiteY2202" fmla="*/ 1427529 h 3598363"/>
                <a:gd name="connsiteX2203" fmla="*/ 3714037 w 6570519"/>
                <a:gd name="connsiteY2203" fmla="*/ 1442385 h 3598363"/>
                <a:gd name="connsiteX2204" fmla="*/ 3723483 w 6570519"/>
                <a:gd name="connsiteY2204" fmla="*/ 1449174 h 3598363"/>
                <a:gd name="connsiteX2205" fmla="*/ 3730550 w 6570519"/>
                <a:gd name="connsiteY2205" fmla="*/ 1452158 h 3598363"/>
                <a:gd name="connsiteX2206" fmla="*/ 3719203 w 6570519"/>
                <a:gd name="connsiteY2206" fmla="*/ 1458405 h 3598363"/>
                <a:gd name="connsiteX2207" fmla="*/ 3703591 w 6570519"/>
                <a:gd name="connsiteY2207" fmla="*/ 1468326 h 3598363"/>
                <a:gd name="connsiteX2208" fmla="*/ 3685159 w 6570519"/>
                <a:gd name="connsiteY2208" fmla="*/ 1474770 h 3598363"/>
                <a:gd name="connsiteX2209" fmla="*/ 3675369 w 6570519"/>
                <a:gd name="connsiteY2209" fmla="*/ 1463210 h 3598363"/>
                <a:gd name="connsiteX2210" fmla="*/ 3665579 w 6570519"/>
                <a:gd name="connsiteY2210" fmla="*/ 1457274 h 3598363"/>
                <a:gd name="connsiteX2211" fmla="*/ 3656559 w 6570519"/>
                <a:gd name="connsiteY2211" fmla="*/ 1451978 h 3598363"/>
                <a:gd name="connsiteX2212" fmla="*/ 3669711 w 6570519"/>
                <a:gd name="connsiteY2212" fmla="*/ 1445534 h 3598363"/>
                <a:gd name="connsiteX2213" fmla="*/ 3682453 w 6570519"/>
                <a:gd name="connsiteY2213" fmla="*/ 1430842 h 3598363"/>
                <a:gd name="connsiteX2214" fmla="*/ 3667907 w 6570519"/>
                <a:gd name="connsiteY2214" fmla="*/ 1426234 h 3598363"/>
                <a:gd name="connsiteX2215" fmla="*/ 3655346 w 6570519"/>
                <a:gd name="connsiteY2215" fmla="*/ 1423594 h 3598363"/>
                <a:gd name="connsiteX2216" fmla="*/ 3645228 w 6570519"/>
                <a:gd name="connsiteY2216" fmla="*/ 1416822 h 3598363"/>
                <a:gd name="connsiteX2217" fmla="*/ 3654755 w 6570519"/>
                <a:gd name="connsiteY2217" fmla="*/ 1417494 h 3598363"/>
                <a:gd name="connsiteX2218" fmla="*/ 3661856 w 6570519"/>
                <a:gd name="connsiteY2218" fmla="*/ 1413526 h 3598363"/>
                <a:gd name="connsiteX2219" fmla="*/ 3664168 w 6570519"/>
                <a:gd name="connsiteY2219" fmla="*/ 1410394 h 3598363"/>
                <a:gd name="connsiteX2220" fmla="*/ 3649656 w 6570519"/>
                <a:gd name="connsiteY2220" fmla="*/ 1410886 h 3598363"/>
                <a:gd name="connsiteX2221" fmla="*/ 3634044 w 6570519"/>
                <a:gd name="connsiteY2221" fmla="*/ 1410886 h 3598363"/>
                <a:gd name="connsiteX2222" fmla="*/ 3624254 w 6570519"/>
                <a:gd name="connsiteY2222" fmla="*/ 1418314 h 3598363"/>
                <a:gd name="connsiteX2223" fmla="*/ 3615907 w 6570519"/>
                <a:gd name="connsiteY2223" fmla="*/ 1428071 h 3598363"/>
                <a:gd name="connsiteX2224" fmla="*/ 3610266 w 6570519"/>
                <a:gd name="connsiteY2224" fmla="*/ 1435662 h 3598363"/>
                <a:gd name="connsiteX2225" fmla="*/ 3608478 w 6570519"/>
                <a:gd name="connsiteY2225" fmla="*/ 1452847 h 3598363"/>
                <a:gd name="connsiteX2226" fmla="*/ 3603673 w 6570519"/>
                <a:gd name="connsiteY2226" fmla="*/ 1464882 h 3598363"/>
                <a:gd name="connsiteX2227" fmla="*/ 3594621 w 6570519"/>
                <a:gd name="connsiteY2227" fmla="*/ 1470326 h 3598363"/>
                <a:gd name="connsiteX2228" fmla="*/ 3591981 w 6570519"/>
                <a:gd name="connsiteY2228" fmla="*/ 1480755 h 3598363"/>
                <a:gd name="connsiteX2229" fmla="*/ 3588783 w 6570519"/>
                <a:gd name="connsiteY2229" fmla="*/ 1495791 h 3598363"/>
                <a:gd name="connsiteX2230" fmla="*/ 3580977 w 6570519"/>
                <a:gd name="connsiteY2230" fmla="*/ 1508499 h 3598363"/>
                <a:gd name="connsiteX2231" fmla="*/ 3573729 w 6570519"/>
                <a:gd name="connsiteY2231" fmla="*/ 1518895 h 3598363"/>
                <a:gd name="connsiteX2232" fmla="*/ 3573729 w 6570519"/>
                <a:gd name="connsiteY2232" fmla="*/ 1536718 h 3598363"/>
                <a:gd name="connsiteX2233" fmla="*/ 3585783 w 6570519"/>
                <a:gd name="connsiteY2233" fmla="*/ 1554739 h 3598363"/>
                <a:gd name="connsiteX2234" fmla="*/ 3595130 w 6570519"/>
                <a:gd name="connsiteY2234" fmla="*/ 1566446 h 3598363"/>
                <a:gd name="connsiteX2235" fmla="*/ 3583077 w 6570519"/>
                <a:gd name="connsiteY2235" fmla="*/ 1568611 h 3598363"/>
                <a:gd name="connsiteX2236" fmla="*/ 3564677 w 6570519"/>
                <a:gd name="connsiteY2236" fmla="*/ 1575694 h 3598363"/>
                <a:gd name="connsiteX2237" fmla="*/ 3552444 w 6570519"/>
                <a:gd name="connsiteY2237" fmla="*/ 1588746 h 3598363"/>
                <a:gd name="connsiteX2238" fmla="*/ 3548557 w 6570519"/>
                <a:gd name="connsiteY2238" fmla="*/ 1580302 h 3598363"/>
                <a:gd name="connsiteX2239" fmla="*/ 3519581 w 6570519"/>
                <a:gd name="connsiteY2239" fmla="*/ 1572382 h 3598363"/>
                <a:gd name="connsiteX2240" fmla="*/ 3502543 w 6570519"/>
                <a:gd name="connsiteY2240" fmla="*/ 1567102 h 3598363"/>
                <a:gd name="connsiteX2241" fmla="*/ 3483716 w 6570519"/>
                <a:gd name="connsiteY2241" fmla="*/ 1572874 h 3598363"/>
                <a:gd name="connsiteX2242" fmla="*/ 3475468 w 6570519"/>
                <a:gd name="connsiteY2242" fmla="*/ 1591452 h 3598363"/>
                <a:gd name="connsiteX2243" fmla="*/ 3482896 w 6570519"/>
                <a:gd name="connsiteY2243" fmla="*/ 1621410 h 3598363"/>
                <a:gd name="connsiteX2244" fmla="*/ 3498065 w 6570519"/>
                <a:gd name="connsiteY2244" fmla="*/ 1644218 h 3598363"/>
                <a:gd name="connsiteX2245" fmla="*/ 3495392 w 6570519"/>
                <a:gd name="connsiteY2245" fmla="*/ 1656844 h 3598363"/>
                <a:gd name="connsiteX2246" fmla="*/ 3486603 w 6570519"/>
                <a:gd name="connsiteY2246" fmla="*/ 1678636 h 3598363"/>
                <a:gd name="connsiteX2247" fmla="*/ 3483930 w 6570519"/>
                <a:gd name="connsiteY2247" fmla="*/ 1689294 h 3598363"/>
                <a:gd name="connsiteX2248" fmla="*/ 3471991 w 6570519"/>
                <a:gd name="connsiteY2248" fmla="*/ 1682850 h 3598363"/>
                <a:gd name="connsiteX2249" fmla="*/ 3461070 w 6570519"/>
                <a:gd name="connsiteY2249" fmla="*/ 1677652 h 3598363"/>
                <a:gd name="connsiteX2250" fmla="*/ 3456019 w 6570519"/>
                <a:gd name="connsiteY2250" fmla="*/ 1654122 h 3598363"/>
                <a:gd name="connsiteX2251" fmla="*/ 3453346 w 6570519"/>
                <a:gd name="connsiteY2251" fmla="*/ 1636544 h 3598363"/>
                <a:gd name="connsiteX2252" fmla="*/ 3441654 w 6570519"/>
                <a:gd name="connsiteY2252" fmla="*/ 1618442 h 3598363"/>
                <a:gd name="connsiteX2253" fmla="*/ 3427321 w 6570519"/>
                <a:gd name="connsiteY2253" fmla="*/ 1593928 h 3598363"/>
                <a:gd name="connsiteX2254" fmla="*/ 3421713 w 6570519"/>
                <a:gd name="connsiteY2254" fmla="*/ 1575596 h 3598363"/>
                <a:gd name="connsiteX2255" fmla="*/ 3420614 w 6570519"/>
                <a:gd name="connsiteY2255" fmla="*/ 1543638 h 3598363"/>
                <a:gd name="connsiteX2256" fmla="*/ 3375107 w 6570519"/>
                <a:gd name="connsiteY2256" fmla="*/ 1505990 h 3598363"/>
                <a:gd name="connsiteX2257" fmla="*/ 3345278 w 6570519"/>
                <a:gd name="connsiteY2257" fmla="*/ 1488412 h 3598363"/>
                <a:gd name="connsiteX2258" fmla="*/ 3320287 w 6570519"/>
                <a:gd name="connsiteY2258" fmla="*/ 1447518 h 3598363"/>
                <a:gd name="connsiteX2259" fmla="*/ 3300903 w 6570519"/>
                <a:gd name="connsiteY2259" fmla="*/ 1442074 h 3598363"/>
                <a:gd name="connsiteX2260" fmla="*/ 3288932 w 6570519"/>
                <a:gd name="connsiteY2260" fmla="*/ 1452486 h 3598363"/>
                <a:gd name="connsiteX2261" fmla="*/ 3291015 w 6570519"/>
                <a:gd name="connsiteY2261" fmla="*/ 1471310 h 3598363"/>
                <a:gd name="connsiteX2262" fmla="*/ 3299805 w 6570519"/>
                <a:gd name="connsiteY2262" fmla="*/ 1486149 h 3598363"/>
                <a:gd name="connsiteX2263" fmla="*/ 3314170 w 6570519"/>
                <a:gd name="connsiteY2263" fmla="*/ 1506974 h 3598363"/>
                <a:gd name="connsiteX2264" fmla="*/ 3327207 w 6570519"/>
                <a:gd name="connsiteY2264" fmla="*/ 1530258 h 3598363"/>
                <a:gd name="connsiteX2265" fmla="*/ 3347722 w 6570519"/>
                <a:gd name="connsiteY2265" fmla="*/ 1544376 h 3598363"/>
                <a:gd name="connsiteX2266" fmla="*/ 3362300 w 6570519"/>
                <a:gd name="connsiteY2266" fmla="*/ 1546852 h 3598363"/>
                <a:gd name="connsiteX2267" fmla="*/ 3355413 w 6570519"/>
                <a:gd name="connsiteY2267" fmla="*/ 1552804 h 3598363"/>
                <a:gd name="connsiteX2268" fmla="*/ 3371893 w 6570519"/>
                <a:gd name="connsiteY2268" fmla="*/ 1565430 h 3598363"/>
                <a:gd name="connsiteX2269" fmla="*/ 3397459 w 6570519"/>
                <a:gd name="connsiteY2269" fmla="*/ 1585008 h 3598363"/>
                <a:gd name="connsiteX2270" fmla="*/ 3395852 w 6570519"/>
                <a:gd name="connsiteY2270" fmla="*/ 1595896 h 3598363"/>
                <a:gd name="connsiteX2271" fmla="*/ 3377239 w 6570519"/>
                <a:gd name="connsiteY2271" fmla="*/ 1598126 h 3598363"/>
                <a:gd name="connsiteX2272" fmla="*/ 3380470 w 6570519"/>
                <a:gd name="connsiteY2272" fmla="*/ 1624148 h 3598363"/>
                <a:gd name="connsiteX2273" fmla="*/ 3368712 w 6570519"/>
                <a:gd name="connsiteY2273" fmla="*/ 1635036 h 3598363"/>
                <a:gd name="connsiteX2274" fmla="*/ 3356479 w 6570519"/>
                <a:gd name="connsiteY2274" fmla="*/ 1652614 h 3598363"/>
                <a:gd name="connsiteX2275" fmla="*/ 3349886 w 6570519"/>
                <a:gd name="connsiteY2275" fmla="*/ 1648170 h 3598363"/>
                <a:gd name="connsiteX2276" fmla="*/ 3342163 w 6570519"/>
                <a:gd name="connsiteY2276" fmla="*/ 1659058 h 3598363"/>
                <a:gd name="connsiteX2277" fmla="*/ 3343704 w 6570519"/>
                <a:gd name="connsiteY2277" fmla="*/ 1678898 h 3598363"/>
                <a:gd name="connsiteX2278" fmla="*/ 3337620 w 6570519"/>
                <a:gd name="connsiteY2278" fmla="*/ 1688802 h 3598363"/>
                <a:gd name="connsiteX2279" fmla="*/ 3320073 w 6570519"/>
                <a:gd name="connsiteY2279" fmla="*/ 1672192 h 3598363"/>
                <a:gd name="connsiteX2280" fmla="*/ 3296918 w 6570519"/>
                <a:gd name="connsiteY2280" fmla="*/ 1663009 h 3598363"/>
                <a:gd name="connsiteX2281" fmla="*/ 3320287 w 6570519"/>
                <a:gd name="connsiteY2281" fmla="*/ 1654335 h 3598363"/>
                <a:gd name="connsiteX2282" fmla="*/ 3348788 w 6570519"/>
                <a:gd name="connsiteY2282" fmla="*/ 1645202 h 3598363"/>
                <a:gd name="connsiteX2283" fmla="*/ 3359414 w 6570519"/>
                <a:gd name="connsiteY2283" fmla="*/ 1629821 h 3598363"/>
                <a:gd name="connsiteX2284" fmla="*/ 3354872 w 6570519"/>
                <a:gd name="connsiteY2284" fmla="*/ 1605275 h 3598363"/>
                <a:gd name="connsiteX2285" fmla="*/ 3338932 w 6570519"/>
                <a:gd name="connsiteY2285" fmla="*/ 1586467 h 3598363"/>
                <a:gd name="connsiteX2286" fmla="*/ 3323550 w 6570519"/>
                <a:gd name="connsiteY2286" fmla="*/ 1571103 h 3598363"/>
                <a:gd name="connsiteX2287" fmla="*/ 3301428 w 6570519"/>
                <a:gd name="connsiteY2287" fmla="*/ 1561199 h 3598363"/>
                <a:gd name="connsiteX2288" fmla="*/ 3287620 w 6570519"/>
                <a:gd name="connsiteY2288" fmla="*/ 1546819 h 3598363"/>
                <a:gd name="connsiteX2289" fmla="*/ 3263662 w 6570519"/>
                <a:gd name="connsiteY2289" fmla="*/ 1524273 h 3598363"/>
                <a:gd name="connsiteX2290" fmla="*/ 3249805 w 6570519"/>
                <a:gd name="connsiteY2290" fmla="*/ 1493069 h 3598363"/>
                <a:gd name="connsiteX2291" fmla="*/ 3225338 w 6570519"/>
                <a:gd name="connsiteY2291" fmla="*/ 1474737 h 3598363"/>
                <a:gd name="connsiteX2292" fmla="*/ 3190212 w 6570519"/>
                <a:gd name="connsiteY2292" fmla="*/ 1496037 h 3598363"/>
                <a:gd name="connsiteX2293" fmla="*/ 3165220 w 6570519"/>
                <a:gd name="connsiteY2293" fmla="*/ 1504973 h 3598363"/>
                <a:gd name="connsiteX2294" fmla="*/ 3134341 w 6570519"/>
                <a:gd name="connsiteY2294" fmla="*/ 1505465 h 3598363"/>
                <a:gd name="connsiteX2295" fmla="*/ 3121599 w 6570519"/>
                <a:gd name="connsiteY2295" fmla="*/ 1541129 h 3598363"/>
                <a:gd name="connsiteX2296" fmla="*/ 3098707 w 6570519"/>
                <a:gd name="connsiteY2296" fmla="*/ 1556493 h 3598363"/>
                <a:gd name="connsiteX2297" fmla="*/ 3064155 w 6570519"/>
                <a:gd name="connsiteY2297" fmla="*/ 1603061 h 3598363"/>
                <a:gd name="connsiteX2298" fmla="*/ 3061990 w 6570519"/>
                <a:gd name="connsiteY2298" fmla="*/ 1628329 h 3598363"/>
                <a:gd name="connsiteX2299" fmla="*/ 3048690 w 6570519"/>
                <a:gd name="connsiteY2299" fmla="*/ 1659041 h 3598363"/>
                <a:gd name="connsiteX2300" fmla="*/ 3032242 w 6570519"/>
                <a:gd name="connsiteY2300" fmla="*/ 1667978 h 3598363"/>
                <a:gd name="connsiteX2301" fmla="*/ 2991754 w 6570519"/>
                <a:gd name="connsiteY2301" fmla="*/ 1684342 h 3598363"/>
                <a:gd name="connsiteX2302" fmla="*/ 2964647 w 6570519"/>
                <a:gd name="connsiteY2302" fmla="*/ 1692754 h 3598363"/>
                <a:gd name="connsiteX2303" fmla="*/ 2948117 w 6570519"/>
                <a:gd name="connsiteY2303" fmla="*/ 1685818 h 3598363"/>
                <a:gd name="connsiteX2304" fmla="*/ 2924191 w 6570519"/>
                <a:gd name="connsiteY2304" fmla="*/ 1674438 h 3598363"/>
                <a:gd name="connsiteX2305" fmla="*/ 2893312 w 6570519"/>
                <a:gd name="connsiteY2305" fmla="*/ 1678406 h 3598363"/>
                <a:gd name="connsiteX2306" fmla="*/ 2899216 w 6570519"/>
                <a:gd name="connsiteY2306" fmla="*/ 1655106 h 3598363"/>
                <a:gd name="connsiteX2307" fmla="*/ 2901889 w 6570519"/>
                <a:gd name="connsiteY2307" fmla="*/ 1636774 h 3598363"/>
                <a:gd name="connsiteX2308" fmla="*/ 2895985 w 6570519"/>
                <a:gd name="connsiteY2308" fmla="*/ 1613982 h 3598363"/>
                <a:gd name="connsiteX2309" fmla="*/ 2901331 w 6570519"/>
                <a:gd name="connsiteY2309" fmla="*/ 1570365 h 3598363"/>
                <a:gd name="connsiteX2310" fmla="*/ 2899199 w 6570519"/>
                <a:gd name="connsiteY2310" fmla="*/ 1528257 h 3598363"/>
                <a:gd name="connsiteX2311" fmla="*/ 2901331 w 6570519"/>
                <a:gd name="connsiteY2311" fmla="*/ 1506957 h 3598363"/>
                <a:gd name="connsiteX2312" fmla="*/ 2895477 w 6570519"/>
                <a:gd name="connsiteY2312" fmla="*/ 1496545 h 3598363"/>
                <a:gd name="connsiteX2313" fmla="*/ 2928963 w 6570519"/>
                <a:gd name="connsiteY2313" fmla="*/ 1500021 h 3598363"/>
                <a:gd name="connsiteX2314" fmla="*/ 2973699 w 6570519"/>
                <a:gd name="connsiteY2314" fmla="*/ 1498546 h 3598363"/>
                <a:gd name="connsiteX2315" fmla="*/ 3026339 w 6570519"/>
                <a:gd name="connsiteY2315" fmla="*/ 1507449 h 3598363"/>
                <a:gd name="connsiteX2316" fmla="*/ 3044984 w 6570519"/>
                <a:gd name="connsiteY2316" fmla="*/ 1473278 h 3598363"/>
                <a:gd name="connsiteX2317" fmla="*/ 3040180 w 6570519"/>
                <a:gd name="connsiteY2317" fmla="*/ 1421249 h 3598363"/>
                <a:gd name="connsiteX2318" fmla="*/ 3019960 w 6570519"/>
                <a:gd name="connsiteY2318" fmla="*/ 1406885 h 3598363"/>
                <a:gd name="connsiteX2319" fmla="*/ 3003512 w 6570519"/>
                <a:gd name="connsiteY2319" fmla="*/ 1381601 h 3598363"/>
                <a:gd name="connsiteX2320" fmla="*/ 2980062 w 6570519"/>
                <a:gd name="connsiteY2320" fmla="*/ 1377649 h 3598363"/>
                <a:gd name="connsiteX2321" fmla="*/ 2982735 w 6570519"/>
                <a:gd name="connsiteY2321" fmla="*/ 1367237 h 3598363"/>
                <a:gd name="connsiteX2322" fmla="*/ 2978455 w 6570519"/>
                <a:gd name="connsiteY2322" fmla="*/ 1352873 h 3598363"/>
                <a:gd name="connsiteX2323" fmla="*/ 3002921 w 6570519"/>
                <a:gd name="connsiteY2323" fmla="*/ 1351889 h 3598363"/>
                <a:gd name="connsiteX2324" fmla="*/ 3014138 w 6570519"/>
                <a:gd name="connsiteY2324" fmla="*/ 1356841 h 3598363"/>
                <a:gd name="connsiteX2325" fmla="*/ 3033292 w 6570519"/>
                <a:gd name="connsiteY2325" fmla="*/ 1342477 h 3598363"/>
                <a:gd name="connsiteX2326" fmla="*/ 3027388 w 6570519"/>
                <a:gd name="connsiteY2326" fmla="*/ 1328097 h 3598363"/>
                <a:gd name="connsiteX2327" fmla="*/ 3052921 w 6570519"/>
                <a:gd name="connsiteY2327" fmla="*/ 1337033 h 3598363"/>
                <a:gd name="connsiteX2328" fmla="*/ 3069960 w 6570519"/>
                <a:gd name="connsiteY2328" fmla="*/ 1325637 h 3598363"/>
                <a:gd name="connsiteX2329" fmla="*/ 3093410 w 6570519"/>
                <a:gd name="connsiteY2329" fmla="*/ 1310765 h 3598363"/>
                <a:gd name="connsiteX2330" fmla="*/ 3091836 w 6570519"/>
                <a:gd name="connsiteY2330" fmla="*/ 1289465 h 3598363"/>
                <a:gd name="connsiteX2331" fmla="*/ 3126388 w 6570519"/>
                <a:gd name="connsiteY2331" fmla="*/ 1277577 h 3598363"/>
                <a:gd name="connsiteX2332" fmla="*/ 3141262 w 6570519"/>
                <a:gd name="connsiteY2332" fmla="*/ 1270133 h 3598363"/>
                <a:gd name="connsiteX2333" fmla="*/ 3143393 w 6570519"/>
                <a:gd name="connsiteY2333" fmla="*/ 1243881 h 3598363"/>
                <a:gd name="connsiteX2334" fmla="*/ 3152478 w 6570519"/>
                <a:gd name="connsiteY2334" fmla="*/ 1219597 h 3598363"/>
                <a:gd name="connsiteX2335" fmla="*/ 3181750 w 6570519"/>
                <a:gd name="connsiteY2335" fmla="*/ 1213645 h 3598363"/>
                <a:gd name="connsiteX2336" fmla="*/ 3193951 w 6570519"/>
                <a:gd name="connsiteY2336" fmla="*/ 1205709 h 3598363"/>
                <a:gd name="connsiteX2337" fmla="*/ 3228536 w 6570519"/>
                <a:gd name="connsiteY2337" fmla="*/ 1196280 h 3598363"/>
                <a:gd name="connsiteX2338" fmla="*/ 3228536 w 6570519"/>
                <a:gd name="connsiteY2338" fmla="*/ 1185376 h 3598363"/>
                <a:gd name="connsiteX2339" fmla="*/ 3213662 w 6570519"/>
                <a:gd name="connsiteY2339" fmla="*/ 1126936 h 3598363"/>
                <a:gd name="connsiteX2340" fmla="*/ 3236522 w 6570519"/>
                <a:gd name="connsiteY2340" fmla="*/ 1075417 h 3598363"/>
                <a:gd name="connsiteX2341" fmla="*/ 3255167 w 6570519"/>
                <a:gd name="connsiteY2341" fmla="*/ 1094240 h 3598363"/>
                <a:gd name="connsiteX2342" fmla="*/ 3238637 w 6570519"/>
                <a:gd name="connsiteY2342" fmla="*/ 1136348 h 3598363"/>
                <a:gd name="connsiteX2343" fmla="*/ 3249296 w 6570519"/>
                <a:gd name="connsiteY2343" fmla="*/ 1183917 h 3598363"/>
                <a:gd name="connsiteX2344" fmla="*/ 3283373 w 6570519"/>
                <a:gd name="connsiteY2344" fmla="*/ 1193329 h 3598363"/>
                <a:gd name="connsiteX2345" fmla="*/ 3317925 w 6570519"/>
                <a:gd name="connsiteY2345" fmla="*/ 1204725 h 3598363"/>
                <a:gd name="connsiteX2346" fmla="*/ 3344048 w 6570519"/>
                <a:gd name="connsiteY2346" fmla="*/ 1189377 h 3598363"/>
                <a:gd name="connsiteX2347" fmla="*/ 3392408 w 6570519"/>
                <a:gd name="connsiteY2347" fmla="*/ 1187393 h 3598363"/>
                <a:gd name="connsiteX2348" fmla="*/ 3412005 w 6570519"/>
                <a:gd name="connsiteY2348" fmla="*/ 1184736 h 3598363"/>
                <a:gd name="connsiteX2349" fmla="*/ 3411054 w 6570519"/>
                <a:gd name="connsiteY2349" fmla="*/ 1182441 h 3598363"/>
                <a:gd name="connsiteX2350" fmla="*/ 3433946 w 6570519"/>
                <a:gd name="connsiteY2350" fmla="*/ 1167077 h 3598363"/>
                <a:gd name="connsiteX2351" fmla="*/ 3454133 w 6570519"/>
                <a:gd name="connsiteY2351" fmla="*/ 1151729 h 3598363"/>
                <a:gd name="connsiteX2352" fmla="*/ 3448820 w 6570519"/>
                <a:gd name="connsiteY2352" fmla="*/ 1121509 h 3598363"/>
                <a:gd name="connsiteX2353" fmla="*/ 3452526 w 6570519"/>
                <a:gd name="connsiteY2353" fmla="*/ 1102193 h 3598363"/>
                <a:gd name="connsiteX2354" fmla="*/ 3466367 w 6570519"/>
                <a:gd name="connsiteY2354" fmla="*/ 1084861 h 3598363"/>
                <a:gd name="connsiteX2355" fmla="*/ 3489784 w 6570519"/>
                <a:gd name="connsiteY2355" fmla="*/ 1102685 h 3598363"/>
                <a:gd name="connsiteX2356" fmla="*/ 3508938 w 6570519"/>
                <a:gd name="connsiteY2356" fmla="*/ 1095273 h 3598363"/>
                <a:gd name="connsiteX2357" fmla="*/ 3513185 w 6570519"/>
                <a:gd name="connsiteY2357" fmla="*/ 1063069 h 3598363"/>
                <a:gd name="connsiteX2358" fmla="*/ 3492998 w 6570519"/>
                <a:gd name="connsiteY2358" fmla="*/ 1049197 h 3598363"/>
                <a:gd name="connsiteX2359" fmla="*/ 3484455 w 6570519"/>
                <a:gd name="connsiteY2359" fmla="*/ 1032849 h 3598363"/>
                <a:gd name="connsiteX2360" fmla="*/ 3538161 w 6570519"/>
                <a:gd name="connsiteY2360" fmla="*/ 1028389 h 3598363"/>
                <a:gd name="connsiteX2361" fmla="*/ 3575976 w 6570519"/>
                <a:gd name="connsiteY2361" fmla="*/ 1028865 h 3598363"/>
                <a:gd name="connsiteX2362" fmla="*/ 3580732 w 6570519"/>
                <a:gd name="connsiteY2362" fmla="*/ 1016993 h 3598363"/>
                <a:gd name="connsiteX2363" fmla="*/ 3616956 w 6570519"/>
                <a:gd name="connsiteY2363" fmla="*/ 1014517 h 3598363"/>
                <a:gd name="connsiteX2364" fmla="*/ 3565858 w 6570519"/>
                <a:gd name="connsiteY2364" fmla="*/ 1004613 h 3598363"/>
                <a:gd name="connsiteX2365" fmla="*/ 3495081 w 6570519"/>
                <a:gd name="connsiteY2365" fmla="*/ 1012533 h 3598363"/>
                <a:gd name="connsiteX2366" fmla="*/ 3472221 w 6570519"/>
                <a:gd name="connsiteY2366" fmla="*/ 1003630 h 3598363"/>
                <a:gd name="connsiteX2367" fmla="*/ 3458922 w 6570519"/>
                <a:gd name="connsiteY2367" fmla="*/ 981329 h 3598363"/>
                <a:gd name="connsiteX2368" fmla="*/ 3455183 w 6570519"/>
                <a:gd name="connsiteY2368" fmla="*/ 942698 h 3598363"/>
                <a:gd name="connsiteX2369" fmla="*/ 3491375 w 6570519"/>
                <a:gd name="connsiteY2369" fmla="*/ 896605 h 3598363"/>
                <a:gd name="connsiteX2370" fmla="*/ 3516367 w 6570519"/>
                <a:gd name="connsiteY2370" fmla="*/ 864893 h 3598363"/>
                <a:gd name="connsiteX2371" fmla="*/ 3526484 w 6570519"/>
                <a:gd name="connsiteY2371" fmla="*/ 852513 h 3598363"/>
                <a:gd name="connsiteX2372" fmla="*/ 3491900 w 6570519"/>
                <a:gd name="connsiteY2372" fmla="*/ 826245 h 3598363"/>
                <a:gd name="connsiteX2373" fmla="*/ 3453100 w 6570519"/>
                <a:gd name="connsiteY2373" fmla="*/ 839133 h 3598363"/>
                <a:gd name="connsiteX2374" fmla="*/ 3456839 w 6570519"/>
                <a:gd name="connsiteY2374" fmla="*/ 880749 h 3598363"/>
                <a:gd name="connsiteX2375" fmla="*/ 3418482 w 6570519"/>
                <a:gd name="connsiteY2375" fmla="*/ 916413 h 3598363"/>
                <a:gd name="connsiteX2376" fmla="*/ 3389211 w 6570519"/>
                <a:gd name="connsiteY2376" fmla="*/ 957537 h 3598363"/>
                <a:gd name="connsiteX2377" fmla="*/ 3398263 w 6570519"/>
                <a:gd name="connsiteY2377" fmla="*/ 1001121 h 3598363"/>
                <a:gd name="connsiteX2378" fmla="*/ 3412661 w 6570519"/>
                <a:gd name="connsiteY2378" fmla="*/ 1026897 h 3598363"/>
                <a:gd name="connsiteX2379" fmla="*/ 3372730 w 6570519"/>
                <a:gd name="connsiteY2379" fmla="*/ 1058118 h 3598363"/>
                <a:gd name="connsiteX2380" fmla="*/ 3361005 w 6570519"/>
                <a:gd name="connsiteY2380" fmla="*/ 1101209 h 3598363"/>
                <a:gd name="connsiteX2381" fmla="*/ 3337079 w 6570519"/>
                <a:gd name="connsiteY2381" fmla="*/ 1125493 h 3598363"/>
                <a:gd name="connsiteX2382" fmla="*/ 3314727 w 6570519"/>
                <a:gd name="connsiteY2382" fmla="*/ 1151270 h 3598363"/>
                <a:gd name="connsiteX2383" fmla="*/ 3298755 w 6570519"/>
                <a:gd name="connsiteY2383" fmla="*/ 1111622 h 3598363"/>
                <a:gd name="connsiteX2384" fmla="*/ 3274829 w 6570519"/>
                <a:gd name="connsiteY2384" fmla="*/ 1073482 h 3598363"/>
                <a:gd name="connsiteX2385" fmla="*/ 3263662 w 6570519"/>
                <a:gd name="connsiteY2385" fmla="*/ 1035325 h 3598363"/>
                <a:gd name="connsiteX2386" fmla="*/ 3252494 w 6570519"/>
                <a:gd name="connsiteY2386" fmla="*/ 1011549 h 3598363"/>
                <a:gd name="connsiteX2387" fmla="*/ 3249313 w 6570519"/>
                <a:gd name="connsiteY2387" fmla="*/ 1018994 h 3598363"/>
                <a:gd name="connsiteX2388" fmla="*/ 3229602 w 6570519"/>
                <a:gd name="connsiteY2388" fmla="*/ 1053182 h 3598363"/>
                <a:gd name="connsiteX2389" fmla="*/ 3171091 w 6570519"/>
                <a:gd name="connsiteY2389" fmla="*/ 1071498 h 3598363"/>
                <a:gd name="connsiteX2390" fmla="*/ 3159923 w 6570519"/>
                <a:gd name="connsiteY2390" fmla="*/ 1036818 h 3598363"/>
                <a:gd name="connsiteX2391" fmla="*/ 3159415 w 6570519"/>
                <a:gd name="connsiteY2391" fmla="*/ 972901 h 3598363"/>
                <a:gd name="connsiteX2392" fmla="*/ 3197706 w 6570519"/>
                <a:gd name="connsiteY2392" fmla="*/ 932269 h 3598363"/>
                <a:gd name="connsiteX2393" fmla="*/ 3233390 w 6570519"/>
                <a:gd name="connsiteY2393" fmla="*/ 905509 h 3598363"/>
                <a:gd name="connsiteX2394" fmla="*/ 3272189 w 6570519"/>
                <a:gd name="connsiteY2394" fmla="*/ 869337 h 3598363"/>
                <a:gd name="connsiteX2395" fmla="*/ 3314760 w 6570519"/>
                <a:gd name="connsiteY2395" fmla="*/ 795025 h 3598363"/>
                <a:gd name="connsiteX2396" fmla="*/ 3364219 w 6570519"/>
                <a:gd name="connsiteY2396" fmla="*/ 723172 h 3598363"/>
                <a:gd name="connsiteX2397" fmla="*/ 3461086 w 6570519"/>
                <a:gd name="connsiteY2397" fmla="*/ 650844 h 3598363"/>
                <a:gd name="connsiteX2398" fmla="*/ 3507364 w 6570519"/>
                <a:gd name="connsiteY2398" fmla="*/ 616164 h 3598363"/>
                <a:gd name="connsiteX2399" fmla="*/ 3538800 w 6570519"/>
                <a:gd name="connsiteY2399" fmla="*/ 606752 h 3598363"/>
                <a:gd name="connsiteX2400" fmla="*/ 3536127 w 6570519"/>
                <a:gd name="connsiteY2400" fmla="*/ 623592 h 3598363"/>
                <a:gd name="connsiteX2401" fmla="*/ 3526009 w 6570519"/>
                <a:gd name="connsiteY2401" fmla="*/ 644892 h 3598363"/>
                <a:gd name="connsiteX2402" fmla="*/ 3573861 w 6570519"/>
                <a:gd name="connsiteY2402" fmla="*/ 616656 h 3598363"/>
                <a:gd name="connsiteX2403" fmla="*/ 3608987 w 6570519"/>
                <a:gd name="connsiteY2403" fmla="*/ 626577 h 3598363"/>
                <a:gd name="connsiteX2404" fmla="*/ 3622319 w 6570519"/>
                <a:gd name="connsiteY2404" fmla="*/ 645401 h 3598363"/>
                <a:gd name="connsiteX2405" fmla="*/ 3589308 w 6570519"/>
                <a:gd name="connsiteY2405" fmla="*/ 651353 h 3598363"/>
                <a:gd name="connsiteX2406" fmla="*/ 3616465 w 6570519"/>
                <a:gd name="connsiteY2406" fmla="*/ 670177 h 3598363"/>
                <a:gd name="connsiteX2407" fmla="*/ 3661168 w 6570519"/>
                <a:gd name="connsiteY2407" fmla="*/ 661257 h 3598363"/>
                <a:gd name="connsiteX2408" fmla="*/ 3660101 w 6570519"/>
                <a:gd name="connsiteY2408" fmla="*/ 671652 h 3598363"/>
                <a:gd name="connsiteX2409" fmla="*/ 3659036 w 6570519"/>
                <a:gd name="connsiteY2409" fmla="*/ 689476 h 3598363"/>
                <a:gd name="connsiteX2410" fmla="*/ 3712774 w 6570519"/>
                <a:gd name="connsiteY2410" fmla="*/ 702364 h 3598363"/>
                <a:gd name="connsiteX2411" fmla="*/ 3777140 w 6570519"/>
                <a:gd name="connsiteY2411" fmla="*/ 737061 h 3598363"/>
                <a:gd name="connsiteX2412" fmla="*/ 3818136 w 6570519"/>
                <a:gd name="connsiteY2412" fmla="*/ 758869 h 3598363"/>
                <a:gd name="connsiteX2413" fmla="*/ 3785126 w 6570519"/>
                <a:gd name="connsiteY2413" fmla="*/ 808405 h 3598363"/>
                <a:gd name="connsiteX2414" fmla="*/ 3714939 w 6570519"/>
                <a:gd name="connsiteY2414" fmla="*/ 795500 h 3598363"/>
                <a:gd name="connsiteX2415" fmla="*/ 3659577 w 6570519"/>
                <a:gd name="connsiteY2415" fmla="*/ 775693 h 3598363"/>
                <a:gd name="connsiteX2416" fmla="*/ 3682945 w 6570519"/>
                <a:gd name="connsiteY2416" fmla="*/ 800961 h 3598363"/>
                <a:gd name="connsiteX2417" fmla="*/ 3697819 w 6570519"/>
                <a:gd name="connsiteY2417" fmla="*/ 852972 h 3598363"/>
                <a:gd name="connsiteX2418" fmla="*/ 3714923 w 6570519"/>
                <a:gd name="connsiteY2418" fmla="*/ 897556 h 3598363"/>
                <a:gd name="connsiteX2419" fmla="*/ 3744670 w 6570519"/>
                <a:gd name="connsiteY2419" fmla="*/ 904492 h 3598363"/>
                <a:gd name="connsiteX2420" fmla="*/ 3762774 w 6570519"/>
                <a:gd name="connsiteY2420" fmla="*/ 896048 h 3598363"/>
                <a:gd name="connsiteX2421" fmla="*/ 3748409 w 6570519"/>
                <a:gd name="connsiteY2421" fmla="*/ 880700 h 3598363"/>
                <a:gd name="connsiteX2422" fmla="*/ 3747900 w 6570519"/>
                <a:gd name="connsiteY2422" fmla="*/ 862843 h 3598363"/>
                <a:gd name="connsiteX2423" fmla="*/ 3782994 w 6570519"/>
                <a:gd name="connsiteY2423" fmla="*/ 865828 h 3598363"/>
                <a:gd name="connsiteX2424" fmla="*/ 3792013 w 6570519"/>
                <a:gd name="connsiteY2424" fmla="*/ 849480 h 3598363"/>
                <a:gd name="connsiteX2425" fmla="*/ 3823450 w 6570519"/>
                <a:gd name="connsiteY2425" fmla="*/ 815784 h 3598363"/>
                <a:gd name="connsiteX2426" fmla="*/ 3874548 w 6570519"/>
                <a:gd name="connsiteY2426" fmla="*/ 810340 h 3598363"/>
                <a:gd name="connsiteX2427" fmla="*/ 3874548 w 6570519"/>
                <a:gd name="connsiteY2427" fmla="*/ 775643 h 3598363"/>
                <a:gd name="connsiteX2428" fmla="*/ 3860117 w 6570519"/>
                <a:gd name="connsiteY2428" fmla="*/ 749391 h 3598363"/>
                <a:gd name="connsiteX2429" fmla="*/ 3889422 w 6570519"/>
                <a:gd name="connsiteY2429" fmla="*/ 734536 h 3598363"/>
                <a:gd name="connsiteX2430" fmla="*/ 3891554 w 6570519"/>
                <a:gd name="connsiteY2430" fmla="*/ 754360 h 3598363"/>
                <a:gd name="connsiteX2431" fmla="*/ 3904853 w 6570519"/>
                <a:gd name="connsiteY2431" fmla="*/ 785564 h 3598363"/>
                <a:gd name="connsiteX2432" fmla="*/ 3939979 w 6570519"/>
                <a:gd name="connsiteY2432" fmla="*/ 769216 h 3598363"/>
                <a:gd name="connsiteX2433" fmla="*/ 4011789 w 6570519"/>
                <a:gd name="connsiteY2433" fmla="*/ 727091 h 3598363"/>
                <a:gd name="connsiteX2434" fmla="*/ 4048506 w 6570519"/>
                <a:gd name="connsiteY2434" fmla="*/ 725124 h 3598363"/>
                <a:gd name="connsiteX2435" fmla="*/ 4082583 w 6570519"/>
                <a:gd name="connsiteY2435" fmla="*/ 731568 h 3598363"/>
                <a:gd name="connsiteX2436" fmla="*/ 4138453 w 6570519"/>
                <a:gd name="connsiteY2436" fmla="*/ 716679 h 3598363"/>
                <a:gd name="connsiteX2437" fmla="*/ 4147505 w 6570519"/>
                <a:gd name="connsiteY2437" fmla="*/ 728567 h 3598363"/>
                <a:gd name="connsiteX2438" fmla="*/ 4167184 w 6570519"/>
                <a:gd name="connsiteY2438" fmla="*/ 729567 h 3598363"/>
                <a:gd name="connsiteX2439" fmla="*/ 4189060 w 6570519"/>
                <a:gd name="connsiteY2439" fmla="*/ 706267 h 3598363"/>
                <a:gd name="connsiteX2440" fmla="*/ 4168807 w 6570519"/>
                <a:gd name="connsiteY2440" fmla="*/ 691411 h 3598363"/>
                <a:gd name="connsiteX2441" fmla="*/ 4199653 w 6570519"/>
                <a:gd name="connsiteY2441" fmla="*/ 674079 h 3598363"/>
                <a:gd name="connsiteX2442" fmla="*/ 4277908 w 6570519"/>
                <a:gd name="connsiteY2442" fmla="*/ 711235 h 3598363"/>
                <a:gd name="connsiteX2443" fmla="*/ 4326301 w 6570519"/>
                <a:gd name="connsiteY2443" fmla="*/ 757803 h 3598363"/>
                <a:gd name="connsiteX2444" fmla="*/ 4327842 w 6570519"/>
                <a:gd name="connsiteY2444" fmla="*/ 714203 h 3598363"/>
                <a:gd name="connsiteX2445" fmla="*/ 4299702 w 6570519"/>
                <a:gd name="connsiteY2445" fmla="*/ 667635 h 3598363"/>
                <a:gd name="connsiteX2446" fmla="*/ 4287436 w 6570519"/>
                <a:gd name="connsiteY2446" fmla="*/ 630479 h 3598363"/>
                <a:gd name="connsiteX2447" fmla="*/ 4316708 w 6570519"/>
                <a:gd name="connsiteY2447" fmla="*/ 581911 h 3598363"/>
                <a:gd name="connsiteX2448" fmla="*/ 4342273 w 6570519"/>
                <a:gd name="connsiteY2448" fmla="*/ 539311 h 3598363"/>
                <a:gd name="connsiteX2449" fmla="*/ 4394372 w 6570519"/>
                <a:gd name="connsiteY2449" fmla="*/ 544263 h 3598363"/>
                <a:gd name="connsiteX2450" fmla="*/ 4381106 w 6570519"/>
                <a:gd name="connsiteY2450" fmla="*/ 597275 h 3598363"/>
                <a:gd name="connsiteX2451" fmla="*/ 4384844 w 6570519"/>
                <a:gd name="connsiteY2451" fmla="*/ 671095 h 3598363"/>
                <a:gd name="connsiteX2452" fmla="*/ 4390125 w 6570519"/>
                <a:gd name="connsiteY2452" fmla="*/ 723615 h 3598363"/>
                <a:gd name="connsiteX2453" fmla="*/ 4409836 w 6570519"/>
                <a:gd name="connsiteY2453" fmla="*/ 760279 h 3598363"/>
                <a:gd name="connsiteX2454" fmla="*/ 4376317 w 6570519"/>
                <a:gd name="connsiteY2454" fmla="*/ 796943 h 3598363"/>
                <a:gd name="connsiteX2455" fmla="*/ 4333188 w 6570519"/>
                <a:gd name="connsiteY2455" fmla="*/ 808339 h 3598363"/>
                <a:gd name="connsiteX2456" fmla="*/ 4374694 w 6570519"/>
                <a:gd name="connsiteY2456" fmla="*/ 824687 h 3598363"/>
                <a:gd name="connsiteX2457" fmla="*/ 4395471 w 6570519"/>
                <a:gd name="connsiteY2457" fmla="*/ 813291 h 3598363"/>
                <a:gd name="connsiteX2458" fmla="*/ 4435877 w 6570519"/>
                <a:gd name="connsiteY2458" fmla="*/ 772167 h 3598363"/>
                <a:gd name="connsiteX2459" fmla="*/ 4430023 w 6570519"/>
                <a:gd name="connsiteY2459" fmla="*/ 739471 h 3598363"/>
                <a:gd name="connsiteX2460" fmla="*/ 4461427 w 6570519"/>
                <a:gd name="connsiteY2460" fmla="*/ 730076 h 3598363"/>
                <a:gd name="connsiteX2461" fmla="*/ 4493880 w 6570519"/>
                <a:gd name="connsiteY2461" fmla="*/ 773167 h 3598363"/>
                <a:gd name="connsiteX2462" fmla="*/ 4471020 w 6570519"/>
                <a:gd name="connsiteY2462" fmla="*/ 718680 h 3598363"/>
                <a:gd name="connsiteX2463" fmla="*/ 4418888 w 6570519"/>
                <a:gd name="connsiteY2463" fmla="*/ 700348 h 3598363"/>
                <a:gd name="connsiteX2464" fmla="*/ 4425776 w 6570519"/>
                <a:gd name="connsiteY2464" fmla="*/ 640399 h 3598363"/>
                <a:gd name="connsiteX2465" fmla="*/ 4428449 w 6570519"/>
                <a:gd name="connsiteY2465" fmla="*/ 586387 h 3598363"/>
                <a:gd name="connsiteX2466" fmla="*/ 4441240 w 6570519"/>
                <a:gd name="connsiteY2466" fmla="*/ 557151 h 3598363"/>
                <a:gd name="connsiteX2467" fmla="*/ 4442306 w 6570519"/>
                <a:gd name="connsiteY2467" fmla="*/ 591847 h 3598363"/>
                <a:gd name="connsiteX2468" fmla="*/ 4453473 w 6570519"/>
                <a:gd name="connsiteY2468" fmla="*/ 622559 h 3598363"/>
                <a:gd name="connsiteX2469" fmla="*/ 4481138 w 6570519"/>
                <a:gd name="connsiteY2469" fmla="*/ 616607 h 3598363"/>
                <a:gd name="connsiteX2470" fmla="*/ 4474759 w 6570519"/>
                <a:gd name="connsiteY2470" fmla="*/ 592339 h 3598363"/>
                <a:gd name="connsiteX2471" fmla="*/ 4527399 w 6570519"/>
                <a:gd name="connsiteY2471" fmla="*/ 595799 h 3598363"/>
                <a:gd name="connsiteX2472" fmla="*/ 4577448 w 6570519"/>
                <a:gd name="connsiteY2472" fmla="*/ 608179 h 3598363"/>
                <a:gd name="connsiteX2473" fmla="*/ 4582728 w 6570519"/>
                <a:gd name="connsiteY2473" fmla="*/ 597275 h 3598363"/>
                <a:gd name="connsiteX2474" fmla="*/ 4564116 w 6570519"/>
                <a:gd name="connsiteY2474" fmla="*/ 574991 h 3598363"/>
                <a:gd name="connsiteX2475" fmla="*/ 4543929 w 6570519"/>
                <a:gd name="connsiteY2475" fmla="*/ 566563 h 3598363"/>
                <a:gd name="connsiteX2476" fmla="*/ 4532204 w 6570519"/>
                <a:gd name="connsiteY2476" fmla="*/ 522471 h 3598363"/>
                <a:gd name="connsiteX2477" fmla="*/ 4557195 w 6570519"/>
                <a:gd name="connsiteY2477" fmla="*/ 520487 h 3598363"/>
                <a:gd name="connsiteX2478" fmla="*/ 4656178 w 6570519"/>
                <a:gd name="connsiteY2478" fmla="*/ 517011 h 3598363"/>
                <a:gd name="connsiteX2479" fmla="*/ 4654047 w 6570519"/>
                <a:gd name="connsiteY2479" fmla="*/ 452603 h 3598363"/>
                <a:gd name="connsiteX2480" fmla="*/ 4753554 w 6570519"/>
                <a:gd name="connsiteY2480" fmla="*/ 420415 h 3598363"/>
                <a:gd name="connsiteX2481" fmla="*/ 4888696 w 6570519"/>
                <a:gd name="connsiteY2481" fmla="*/ 402066 h 3598363"/>
                <a:gd name="connsiteX2482" fmla="*/ 4920100 w 6570519"/>
                <a:gd name="connsiteY2482" fmla="*/ 371863 h 3598363"/>
                <a:gd name="connsiteX2483" fmla="*/ 4963179 w 6570519"/>
                <a:gd name="connsiteY2483" fmla="*/ 351038 h 3598363"/>
                <a:gd name="connsiteX2484" fmla="*/ 4991943 w 6570519"/>
                <a:gd name="connsiteY2484" fmla="*/ 356958 h 3598363"/>
                <a:gd name="connsiteX2485" fmla="*/ 4996748 w 6570519"/>
                <a:gd name="connsiteY2485" fmla="*/ 376798 h 3598363"/>
                <a:gd name="connsiteX2486" fmla="*/ 5003668 w 6570519"/>
                <a:gd name="connsiteY2486" fmla="*/ 389178 h 3598363"/>
                <a:gd name="connsiteX2487" fmla="*/ 5033973 w 6570519"/>
                <a:gd name="connsiteY2487" fmla="*/ 406018 h 3598363"/>
                <a:gd name="connsiteX2488" fmla="*/ 5041926 w 6570519"/>
                <a:gd name="connsiteY2488" fmla="*/ 392163 h 3598363"/>
                <a:gd name="connsiteX2489" fmla="*/ 5073871 w 6570519"/>
                <a:gd name="connsiteY2489" fmla="*/ 389670 h 3598363"/>
                <a:gd name="connsiteX2490" fmla="*/ 5126560 w 6570519"/>
                <a:gd name="connsiteY2490" fmla="*/ 412446 h 3598363"/>
                <a:gd name="connsiteX2491" fmla="*/ 5149453 w 6570519"/>
                <a:gd name="connsiteY2491" fmla="*/ 442190 h 3598363"/>
                <a:gd name="connsiteX2492" fmla="*/ 5126036 w 6570519"/>
                <a:gd name="connsiteY2492" fmla="*/ 476362 h 3598363"/>
                <a:gd name="connsiteX2493" fmla="*/ 5056324 w 6570519"/>
                <a:gd name="connsiteY2493" fmla="*/ 515027 h 3598363"/>
                <a:gd name="connsiteX2494" fmla="*/ 5013245 w 6570519"/>
                <a:gd name="connsiteY2494" fmla="*/ 560594 h 3598363"/>
                <a:gd name="connsiteX2495" fmla="*/ 5038237 w 6570519"/>
                <a:gd name="connsiteY2495" fmla="*/ 560594 h 3598363"/>
                <a:gd name="connsiteX2496" fmla="*/ 5117032 w 6570519"/>
                <a:gd name="connsiteY2496" fmla="*/ 546230 h 3598363"/>
                <a:gd name="connsiteX2497" fmla="*/ 5161145 w 6570519"/>
                <a:gd name="connsiteY2497" fmla="*/ 555642 h 3598363"/>
                <a:gd name="connsiteX2498" fmla="*/ 5206947 w 6570519"/>
                <a:gd name="connsiteY2498" fmla="*/ 558118 h 3598363"/>
                <a:gd name="connsiteX2499" fmla="*/ 5229774 w 6570519"/>
                <a:gd name="connsiteY2499" fmla="*/ 571498 h 3598363"/>
                <a:gd name="connsiteX2500" fmla="*/ 5253732 w 6570519"/>
                <a:gd name="connsiteY2500" fmla="*/ 588830 h 3598363"/>
                <a:gd name="connsiteX2501" fmla="*/ 5319196 w 6570519"/>
                <a:gd name="connsiteY2501" fmla="*/ 586863 h 3598363"/>
                <a:gd name="connsiteX2502" fmla="*/ 5344729 w 6570519"/>
                <a:gd name="connsiteY2502" fmla="*/ 568514 h 3598363"/>
                <a:gd name="connsiteX2503" fmla="*/ 5399501 w 6570519"/>
                <a:gd name="connsiteY2503" fmla="*/ 565530 h 3598363"/>
                <a:gd name="connsiteX2504" fmla="*/ 5425034 w 6570519"/>
                <a:gd name="connsiteY2504" fmla="*/ 584370 h 3598363"/>
                <a:gd name="connsiteX2505" fmla="*/ 5437300 w 6570519"/>
                <a:gd name="connsiteY2505" fmla="*/ 617066 h 3598363"/>
                <a:gd name="connsiteX2506" fmla="*/ 5429822 w 6570519"/>
                <a:gd name="connsiteY2506" fmla="*/ 659666 h 3598363"/>
                <a:gd name="connsiteX2507" fmla="*/ 5461767 w 6570519"/>
                <a:gd name="connsiteY2507" fmla="*/ 691870 h 3598363"/>
                <a:gd name="connsiteX2508" fmla="*/ 5491039 w 6570519"/>
                <a:gd name="connsiteY2508" fmla="*/ 661158 h 3598363"/>
                <a:gd name="connsiteX2509" fmla="*/ 5525115 w 6570519"/>
                <a:gd name="connsiteY2509" fmla="*/ 675030 h 3598363"/>
                <a:gd name="connsiteX2510" fmla="*/ 5574574 w 6570519"/>
                <a:gd name="connsiteY2510" fmla="*/ 677490 h 3598363"/>
                <a:gd name="connsiteX2511" fmla="*/ 5621392 w 6570519"/>
                <a:gd name="connsiteY2511" fmla="*/ 679982 h 3598363"/>
                <a:gd name="connsiteX2512" fmla="*/ 5628313 w 6570519"/>
                <a:gd name="connsiteY2512" fmla="*/ 655222 h 3598363"/>
                <a:gd name="connsiteX2513" fmla="*/ 5633626 w 6570519"/>
                <a:gd name="connsiteY2513" fmla="*/ 630938 h 3598363"/>
                <a:gd name="connsiteX2514" fmla="*/ 5696417 w 6570519"/>
                <a:gd name="connsiteY2514" fmla="*/ 635382 h 3598363"/>
                <a:gd name="connsiteX2515" fmla="*/ 5748040 w 6570519"/>
                <a:gd name="connsiteY2515" fmla="*/ 652730 h 3598363"/>
                <a:gd name="connsiteX2516" fmla="*/ 5799614 w 6570519"/>
                <a:gd name="connsiteY2516" fmla="*/ 674046 h 3598363"/>
                <a:gd name="connsiteX2517" fmla="*/ 5844858 w 6570519"/>
                <a:gd name="connsiteY2517" fmla="*/ 720106 h 3598363"/>
                <a:gd name="connsiteX2518" fmla="*/ 5895416 w 6570519"/>
                <a:gd name="connsiteY2518" fmla="*/ 717155 h 3598363"/>
                <a:gd name="connsiteX2519" fmla="*/ 5964061 w 6570519"/>
                <a:gd name="connsiteY2519" fmla="*/ 730518 h 3598363"/>
                <a:gd name="connsiteX2520" fmla="*/ 5990627 w 6570519"/>
                <a:gd name="connsiteY2520" fmla="*/ 762247 h 3598363"/>
                <a:gd name="connsiteX2521" fmla="*/ 6002893 w 6570519"/>
                <a:gd name="connsiteY2521" fmla="*/ 785514 h 3598363"/>
                <a:gd name="connsiteX2522" fmla="*/ 6053417 w 6570519"/>
                <a:gd name="connsiteY2522" fmla="*/ 789974 h 3598363"/>
                <a:gd name="connsiteX2523" fmla="*/ 6098153 w 6570519"/>
                <a:gd name="connsiteY2523" fmla="*/ 795402 h 3598363"/>
                <a:gd name="connsiteX2524" fmla="*/ 6139117 w 6570519"/>
                <a:gd name="connsiteY2524" fmla="*/ 799386 h 3598363"/>
                <a:gd name="connsiteX2525" fmla="*/ 6175785 w 6570519"/>
                <a:gd name="connsiteY2525" fmla="*/ 824163 h 3598363"/>
                <a:gd name="connsiteX2526" fmla="*/ 6186477 w 6570519"/>
                <a:gd name="connsiteY2526" fmla="*/ 804338 h 3598363"/>
                <a:gd name="connsiteX2527" fmla="*/ 6184870 w 6570519"/>
                <a:gd name="connsiteY2527" fmla="*/ 783530 h 3598363"/>
                <a:gd name="connsiteX2528" fmla="*/ 6268405 w 6570519"/>
                <a:gd name="connsiteY2528" fmla="*/ 796894 h 3598363"/>
                <a:gd name="connsiteX2529" fmla="*/ 6354089 w 6570519"/>
                <a:gd name="connsiteY2529" fmla="*/ 836542 h 3598363"/>
                <a:gd name="connsiteX2530" fmla="*/ 6430146 w 6570519"/>
                <a:gd name="connsiteY2530" fmla="*/ 883602 h 3598363"/>
                <a:gd name="connsiteX2531" fmla="*/ 6443035 w 6570519"/>
                <a:gd name="connsiteY2531" fmla="*/ 894654 h 3598363"/>
                <a:gd name="connsiteX2532" fmla="*/ 6457286 w 6570519"/>
                <a:gd name="connsiteY2532" fmla="*/ 900442 h 3598363"/>
                <a:gd name="connsiteX2533" fmla="*/ 6507286 w 6570519"/>
                <a:gd name="connsiteY2533" fmla="*/ 922251 h 3598363"/>
                <a:gd name="connsiteX2534" fmla="*/ 6554580 w 6570519"/>
                <a:gd name="connsiteY2534" fmla="*/ 951979 h 3598363"/>
                <a:gd name="connsiteX2535" fmla="*/ 6537213 w 6570519"/>
                <a:gd name="connsiteY2535" fmla="*/ 956439 h 3598363"/>
                <a:gd name="connsiteX2536" fmla="*/ 4054721 w 6570519"/>
                <a:gd name="connsiteY2536" fmla="*/ 1459980 h 3598363"/>
                <a:gd name="connsiteX2537" fmla="*/ 4066774 w 6570519"/>
                <a:gd name="connsiteY2537" fmla="*/ 1451863 h 3598363"/>
                <a:gd name="connsiteX2538" fmla="*/ 4051277 w 6570519"/>
                <a:gd name="connsiteY2538" fmla="*/ 1448895 h 3598363"/>
                <a:gd name="connsiteX2539" fmla="*/ 4042816 w 6570519"/>
                <a:gd name="connsiteY2539" fmla="*/ 1431563 h 3598363"/>
                <a:gd name="connsiteX2540" fmla="*/ 4032665 w 6570519"/>
                <a:gd name="connsiteY2540" fmla="*/ 1406279 h 3598363"/>
                <a:gd name="connsiteX2541" fmla="*/ 4017791 w 6570519"/>
                <a:gd name="connsiteY2541" fmla="*/ 1409247 h 3598363"/>
                <a:gd name="connsiteX2542" fmla="*/ 3989585 w 6570519"/>
                <a:gd name="connsiteY2542" fmla="*/ 1407787 h 3598363"/>
                <a:gd name="connsiteX2543" fmla="*/ 3956607 w 6570519"/>
                <a:gd name="connsiteY2543" fmla="*/ 1428612 h 3598363"/>
                <a:gd name="connsiteX2544" fmla="*/ 3937962 w 6570519"/>
                <a:gd name="connsiteY2544" fmla="*/ 1449895 h 3598363"/>
                <a:gd name="connsiteX2545" fmla="*/ 3912429 w 6570519"/>
                <a:gd name="connsiteY2545" fmla="*/ 1472687 h 3598363"/>
                <a:gd name="connsiteX2546" fmla="*/ 3928402 w 6570519"/>
                <a:gd name="connsiteY2546" fmla="*/ 1490019 h 3598363"/>
                <a:gd name="connsiteX2547" fmla="*/ 3937421 w 6570519"/>
                <a:gd name="connsiteY2547" fmla="*/ 1520747 h 3598363"/>
                <a:gd name="connsiteX2548" fmla="*/ 3958739 w 6570519"/>
                <a:gd name="connsiteY2548" fmla="*/ 1549967 h 3598363"/>
                <a:gd name="connsiteX2549" fmla="*/ 3983206 w 6570519"/>
                <a:gd name="connsiteY2549" fmla="*/ 1563364 h 3598363"/>
                <a:gd name="connsiteX2550" fmla="*/ 3974187 w 6570519"/>
                <a:gd name="connsiteY2550" fmla="*/ 1572776 h 3598363"/>
                <a:gd name="connsiteX2551" fmla="*/ 3961363 w 6570519"/>
                <a:gd name="connsiteY2551" fmla="*/ 1619852 h 3598363"/>
                <a:gd name="connsiteX2552" fmla="*/ 3958723 w 6570519"/>
                <a:gd name="connsiteY2552" fmla="*/ 1663960 h 3598363"/>
                <a:gd name="connsiteX2553" fmla="*/ 3989061 w 6570519"/>
                <a:gd name="connsiteY2553" fmla="*/ 1678324 h 3598363"/>
                <a:gd name="connsiteX2554" fmla="*/ 4045472 w 6570519"/>
                <a:gd name="connsiteY2554" fmla="*/ 1686736 h 3598363"/>
                <a:gd name="connsiteX2555" fmla="*/ 4053934 w 6570519"/>
                <a:gd name="connsiteY2555" fmla="*/ 1660976 h 3598363"/>
                <a:gd name="connsiteX2556" fmla="*/ 4047046 w 6570519"/>
                <a:gd name="connsiteY2556" fmla="*/ 1618868 h 3598363"/>
                <a:gd name="connsiteX2557" fmla="*/ 4035321 w 6570519"/>
                <a:gd name="connsiteY2557" fmla="*/ 1596076 h 3598363"/>
                <a:gd name="connsiteX2558" fmla="*/ 4050195 w 6570519"/>
                <a:gd name="connsiteY2558" fmla="*/ 1579728 h 3598363"/>
                <a:gd name="connsiteX2559" fmla="*/ 4057673 w 6570519"/>
                <a:gd name="connsiteY2559" fmla="*/ 1567840 h 3598363"/>
                <a:gd name="connsiteX2560" fmla="*/ 4046456 w 6570519"/>
                <a:gd name="connsiteY2560" fmla="*/ 1547016 h 3598363"/>
                <a:gd name="connsiteX2561" fmla="*/ 4034223 w 6570519"/>
                <a:gd name="connsiteY2561" fmla="*/ 1563380 h 3598363"/>
                <a:gd name="connsiteX2562" fmla="*/ 4031074 w 6570519"/>
                <a:gd name="connsiteY2562" fmla="*/ 1537620 h 3598363"/>
                <a:gd name="connsiteX2563" fmla="*/ 4028434 w 6570519"/>
                <a:gd name="connsiteY2563" fmla="*/ 1522748 h 3598363"/>
                <a:gd name="connsiteX2564" fmla="*/ 4009788 w 6570519"/>
                <a:gd name="connsiteY2564" fmla="*/ 1509876 h 3598363"/>
                <a:gd name="connsiteX2565" fmla="*/ 3998654 w 6570519"/>
                <a:gd name="connsiteY2565" fmla="*/ 1482132 h 3598363"/>
                <a:gd name="connsiteX2566" fmla="*/ 4004984 w 6570519"/>
                <a:gd name="connsiteY2566" fmla="*/ 1474196 h 3598363"/>
                <a:gd name="connsiteX2567" fmla="*/ 4004984 w 6570519"/>
                <a:gd name="connsiteY2567" fmla="*/ 1466260 h 3598363"/>
                <a:gd name="connsiteX2568" fmla="*/ 4010297 w 6570519"/>
                <a:gd name="connsiteY2568" fmla="*/ 1453388 h 3598363"/>
                <a:gd name="connsiteX2569" fmla="*/ 4050195 w 6570519"/>
                <a:gd name="connsiteY2569" fmla="*/ 1457848 h 3598363"/>
                <a:gd name="connsiteX2570" fmla="*/ 4054721 w 6570519"/>
                <a:gd name="connsiteY2570" fmla="*/ 1459980 h 3598363"/>
                <a:gd name="connsiteX2571" fmla="*/ 2069587 w 6570519"/>
                <a:gd name="connsiteY2571" fmla="*/ 696593 h 3598363"/>
                <a:gd name="connsiteX2572" fmla="*/ 2087494 w 6570519"/>
                <a:gd name="connsiteY2572" fmla="*/ 712547 h 3598363"/>
                <a:gd name="connsiteX2573" fmla="*/ 2105697 w 6570519"/>
                <a:gd name="connsiteY2573" fmla="*/ 708546 h 3598363"/>
                <a:gd name="connsiteX2574" fmla="*/ 2105188 w 6570519"/>
                <a:gd name="connsiteY2574" fmla="*/ 691526 h 3598363"/>
                <a:gd name="connsiteX2575" fmla="*/ 2100236 w 6570519"/>
                <a:gd name="connsiteY2575" fmla="*/ 680900 h 3598363"/>
                <a:gd name="connsiteX2576" fmla="*/ 2069587 w 6570519"/>
                <a:gd name="connsiteY2576" fmla="*/ 696593 h 3598363"/>
                <a:gd name="connsiteX2577" fmla="*/ 4699947 w 6570519"/>
                <a:gd name="connsiteY2577" fmla="*/ 150337 h 3598363"/>
                <a:gd name="connsiteX2578" fmla="*/ 4682908 w 6570519"/>
                <a:gd name="connsiteY2578" fmla="*/ 155781 h 3598363"/>
                <a:gd name="connsiteX2579" fmla="*/ 4716395 w 6570519"/>
                <a:gd name="connsiteY2579" fmla="*/ 170161 h 3598363"/>
                <a:gd name="connsiteX2580" fmla="*/ 4754194 w 6570519"/>
                <a:gd name="connsiteY2580" fmla="*/ 149337 h 3598363"/>
                <a:gd name="connsiteX2581" fmla="*/ 4740353 w 6570519"/>
                <a:gd name="connsiteY2581" fmla="*/ 139925 h 3598363"/>
                <a:gd name="connsiteX2582" fmla="*/ 4699947 w 6570519"/>
                <a:gd name="connsiteY2582" fmla="*/ 150337 h 359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</a:cxnLst>
              <a:rect l="l" t="t" r="r" b="b"/>
              <a:pathLst>
                <a:path w="6570519" h="3598363">
                  <a:moveTo>
                    <a:pt x="596208" y="782038"/>
                  </a:moveTo>
                  <a:cubicBezTo>
                    <a:pt x="609245" y="782038"/>
                    <a:pt x="610868" y="786744"/>
                    <a:pt x="622036" y="782038"/>
                  </a:cubicBezTo>
                  <a:cubicBezTo>
                    <a:pt x="633203" y="777332"/>
                    <a:pt x="666181" y="755540"/>
                    <a:pt x="677349" y="752556"/>
                  </a:cubicBezTo>
                  <a:cubicBezTo>
                    <a:pt x="688566" y="749588"/>
                    <a:pt x="695699" y="753540"/>
                    <a:pt x="679218" y="762722"/>
                  </a:cubicBezTo>
                  <a:cubicBezTo>
                    <a:pt x="662738" y="771888"/>
                    <a:pt x="629727" y="791713"/>
                    <a:pt x="635614" y="790220"/>
                  </a:cubicBezTo>
                  <a:cubicBezTo>
                    <a:pt x="641468" y="788745"/>
                    <a:pt x="658211" y="781563"/>
                    <a:pt x="681891" y="770413"/>
                  </a:cubicBezTo>
                  <a:cubicBezTo>
                    <a:pt x="705555" y="759263"/>
                    <a:pt x="703439" y="764214"/>
                    <a:pt x="709556" y="752327"/>
                  </a:cubicBezTo>
                  <a:cubicBezTo>
                    <a:pt x="715673" y="740439"/>
                    <a:pt x="718854" y="734240"/>
                    <a:pt x="718854" y="734240"/>
                  </a:cubicBezTo>
                  <a:cubicBezTo>
                    <a:pt x="718854" y="734240"/>
                    <a:pt x="756374" y="772643"/>
                    <a:pt x="759851" y="774135"/>
                  </a:cubicBezTo>
                  <a:cubicBezTo>
                    <a:pt x="763295" y="775611"/>
                    <a:pt x="764656" y="773872"/>
                    <a:pt x="766476" y="769183"/>
                  </a:cubicBezTo>
                  <a:cubicBezTo>
                    <a:pt x="768346" y="764460"/>
                    <a:pt x="772330" y="757787"/>
                    <a:pt x="777644" y="760017"/>
                  </a:cubicBezTo>
                  <a:cubicBezTo>
                    <a:pt x="782990" y="762263"/>
                    <a:pt x="778447" y="771396"/>
                    <a:pt x="781645" y="772659"/>
                  </a:cubicBezTo>
                  <a:cubicBezTo>
                    <a:pt x="784826" y="773889"/>
                    <a:pt x="790139" y="772397"/>
                    <a:pt x="799962" y="769183"/>
                  </a:cubicBezTo>
                  <a:cubicBezTo>
                    <a:pt x="809851" y="765953"/>
                    <a:pt x="804800" y="758787"/>
                    <a:pt x="804800" y="758787"/>
                  </a:cubicBezTo>
                  <a:cubicBezTo>
                    <a:pt x="804800" y="758787"/>
                    <a:pt x="803734" y="758525"/>
                    <a:pt x="815164" y="757541"/>
                  </a:cubicBezTo>
                  <a:cubicBezTo>
                    <a:pt x="826594" y="756557"/>
                    <a:pt x="862540" y="769675"/>
                    <a:pt x="873150" y="773889"/>
                  </a:cubicBezTo>
                  <a:cubicBezTo>
                    <a:pt x="883809" y="778103"/>
                    <a:pt x="915983" y="781579"/>
                    <a:pt x="925068" y="784547"/>
                  </a:cubicBezTo>
                  <a:cubicBezTo>
                    <a:pt x="934039" y="787531"/>
                    <a:pt x="937531" y="779366"/>
                    <a:pt x="950060" y="786039"/>
                  </a:cubicBezTo>
                  <a:cubicBezTo>
                    <a:pt x="962556" y="792713"/>
                    <a:pt x="971887" y="801633"/>
                    <a:pt x="962556" y="806355"/>
                  </a:cubicBezTo>
                  <a:cubicBezTo>
                    <a:pt x="953258" y="811061"/>
                    <a:pt x="929840" y="814521"/>
                    <a:pt x="941812" y="817505"/>
                  </a:cubicBezTo>
                  <a:cubicBezTo>
                    <a:pt x="953750" y="820473"/>
                    <a:pt x="971887" y="824195"/>
                    <a:pt x="989188" y="823703"/>
                  </a:cubicBezTo>
                  <a:cubicBezTo>
                    <a:pt x="1006488" y="823195"/>
                    <a:pt x="1037580" y="816767"/>
                    <a:pt x="1047141" y="816767"/>
                  </a:cubicBezTo>
                  <a:cubicBezTo>
                    <a:pt x="1056734" y="816767"/>
                    <a:pt x="1062572" y="822720"/>
                    <a:pt x="1071657" y="837821"/>
                  </a:cubicBezTo>
                  <a:cubicBezTo>
                    <a:pt x="1080676" y="852940"/>
                    <a:pt x="1087842" y="858892"/>
                    <a:pt x="1091286" y="860122"/>
                  </a:cubicBezTo>
                  <a:cubicBezTo>
                    <a:pt x="1094763" y="861351"/>
                    <a:pt x="1087842" y="852940"/>
                    <a:pt x="1089712" y="845512"/>
                  </a:cubicBezTo>
                  <a:cubicBezTo>
                    <a:pt x="1091581" y="838067"/>
                    <a:pt x="1087842" y="823441"/>
                    <a:pt x="1085711" y="818506"/>
                  </a:cubicBezTo>
                  <a:cubicBezTo>
                    <a:pt x="1083628" y="813554"/>
                    <a:pt x="1085711" y="811078"/>
                    <a:pt x="1081463" y="803896"/>
                  </a:cubicBezTo>
                  <a:cubicBezTo>
                    <a:pt x="1077216" y="796714"/>
                    <a:pt x="1070296" y="797943"/>
                    <a:pt x="1083038" y="791762"/>
                  </a:cubicBezTo>
                  <a:cubicBezTo>
                    <a:pt x="1095829" y="785564"/>
                    <a:pt x="1104618" y="776414"/>
                    <a:pt x="1120082" y="778382"/>
                  </a:cubicBezTo>
                  <a:cubicBezTo>
                    <a:pt x="1135464" y="780366"/>
                    <a:pt x="1139712" y="799944"/>
                    <a:pt x="1153060" y="801403"/>
                  </a:cubicBezTo>
                  <a:cubicBezTo>
                    <a:pt x="1166327" y="802912"/>
                    <a:pt x="1168770" y="808110"/>
                    <a:pt x="1191597" y="809848"/>
                  </a:cubicBezTo>
                  <a:cubicBezTo>
                    <a:pt x="1214490" y="811586"/>
                    <a:pt x="1204930" y="810094"/>
                    <a:pt x="1230462" y="811832"/>
                  </a:cubicBezTo>
                  <a:cubicBezTo>
                    <a:pt x="1255962" y="813554"/>
                    <a:pt x="1246697" y="809077"/>
                    <a:pt x="1252010" y="795976"/>
                  </a:cubicBezTo>
                  <a:cubicBezTo>
                    <a:pt x="1257323" y="782842"/>
                    <a:pt x="1263178" y="780366"/>
                    <a:pt x="1269311" y="780841"/>
                  </a:cubicBezTo>
                  <a:cubicBezTo>
                    <a:pt x="1275428" y="781350"/>
                    <a:pt x="1296976" y="784301"/>
                    <a:pt x="1296976" y="787056"/>
                  </a:cubicBezTo>
                  <a:cubicBezTo>
                    <a:pt x="1296976" y="789778"/>
                    <a:pt x="1287924" y="803896"/>
                    <a:pt x="1292433" y="810815"/>
                  </a:cubicBezTo>
                  <a:cubicBezTo>
                    <a:pt x="1296976" y="817751"/>
                    <a:pt x="1315375" y="829164"/>
                    <a:pt x="1315375" y="829164"/>
                  </a:cubicBezTo>
                  <a:cubicBezTo>
                    <a:pt x="1315375" y="829164"/>
                    <a:pt x="1311374" y="813308"/>
                    <a:pt x="1311374" y="811570"/>
                  </a:cubicBezTo>
                  <a:cubicBezTo>
                    <a:pt x="1311374" y="809831"/>
                    <a:pt x="1310013" y="797452"/>
                    <a:pt x="1312686" y="795222"/>
                  </a:cubicBezTo>
                  <a:cubicBezTo>
                    <a:pt x="1315359" y="792992"/>
                    <a:pt x="1330495" y="796468"/>
                    <a:pt x="1340088" y="777873"/>
                  </a:cubicBezTo>
                  <a:cubicBezTo>
                    <a:pt x="1349649" y="759295"/>
                    <a:pt x="1333676" y="760279"/>
                    <a:pt x="1333676" y="760279"/>
                  </a:cubicBezTo>
                  <a:cubicBezTo>
                    <a:pt x="1333676" y="760279"/>
                    <a:pt x="1327855" y="760542"/>
                    <a:pt x="1330741" y="752868"/>
                  </a:cubicBezTo>
                  <a:cubicBezTo>
                    <a:pt x="1333676" y="745177"/>
                    <a:pt x="1350698" y="740471"/>
                    <a:pt x="1350698" y="740471"/>
                  </a:cubicBezTo>
                  <a:cubicBezTo>
                    <a:pt x="1350698" y="740471"/>
                    <a:pt x="1351764" y="743931"/>
                    <a:pt x="1349632" y="737733"/>
                  </a:cubicBezTo>
                  <a:cubicBezTo>
                    <a:pt x="1347500" y="731568"/>
                    <a:pt x="1336333" y="732781"/>
                    <a:pt x="1324362" y="732043"/>
                  </a:cubicBezTo>
                  <a:cubicBezTo>
                    <a:pt x="1312391" y="731305"/>
                    <a:pt x="1304175" y="729567"/>
                    <a:pt x="1302010" y="719401"/>
                  </a:cubicBezTo>
                  <a:cubicBezTo>
                    <a:pt x="1299878" y="709251"/>
                    <a:pt x="1299108" y="687968"/>
                    <a:pt x="1299108" y="673325"/>
                  </a:cubicBezTo>
                  <a:cubicBezTo>
                    <a:pt x="1299108" y="658715"/>
                    <a:pt x="1310800" y="663913"/>
                    <a:pt x="1312882" y="655731"/>
                  </a:cubicBezTo>
                  <a:cubicBezTo>
                    <a:pt x="1315047" y="647565"/>
                    <a:pt x="1312374" y="607703"/>
                    <a:pt x="1309472" y="599505"/>
                  </a:cubicBezTo>
                  <a:cubicBezTo>
                    <a:pt x="1306536" y="591323"/>
                    <a:pt x="1313686" y="573729"/>
                    <a:pt x="1315326" y="562103"/>
                  </a:cubicBezTo>
                  <a:cubicBezTo>
                    <a:pt x="1316867" y="550445"/>
                    <a:pt x="1328888" y="555642"/>
                    <a:pt x="1328888" y="555642"/>
                  </a:cubicBezTo>
                  <a:cubicBezTo>
                    <a:pt x="1326723" y="551674"/>
                    <a:pt x="1332299" y="540524"/>
                    <a:pt x="1348304" y="535835"/>
                  </a:cubicBezTo>
                  <a:cubicBezTo>
                    <a:pt x="1364243" y="531129"/>
                    <a:pt x="1394614" y="536064"/>
                    <a:pt x="1394614" y="536064"/>
                  </a:cubicBezTo>
                  <a:cubicBezTo>
                    <a:pt x="1394614" y="536064"/>
                    <a:pt x="1391908" y="536327"/>
                    <a:pt x="1384463" y="545984"/>
                  </a:cubicBezTo>
                  <a:cubicBezTo>
                    <a:pt x="1377034" y="555642"/>
                    <a:pt x="1381856" y="572761"/>
                    <a:pt x="1370622" y="584879"/>
                  </a:cubicBezTo>
                  <a:cubicBezTo>
                    <a:pt x="1359488" y="597012"/>
                    <a:pt x="1330987" y="593061"/>
                    <a:pt x="1330987" y="593061"/>
                  </a:cubicBezTo>
                  <a:cubicBezTo>
                    <a:pt x="1330987" y="593061"/>
                    <a:pt x="1339809" y="613131"/>
                    <a:pt x="1336037" y="619559"/>
                  </a:cubicBezTo>
                  <a:cubicBezTo>
                    <a:pt x="1332299" y="626019"/>
                    <a:pt x="1329954" y="639137"/>
                    <a:pt x="1329954" y="639137"/>
                  </a:cubicBezTo>
                  <a:cubicBezTo>
                    <a:pt x="1329954" y="639137"/>
                    <a:pt x="1354945" y="646073"/>
                    <a:pt x="1356290" y="661929"/>
                  </a:cubicBezTo>
                  <a:cubicBezTo>
                    <a:pt x="1357602" y="677785"/>
                    <a:pt x="1370098" y="680507"/>
                    <a:pt x="1373066" y="695117"/>
                  </a:cubicBezTo>
                  <a:cubicBezTo>
                    <a:pt x="1375968" y="709743"/>
                    <a:pt x="1360800" y="721877"/>
                    <a:pt x="1363981" y="724107"/>
                  </a:cubicBezTo>
                  <a:cubicBezTo>
                    <a:pt x="1367212" y="726337"/>
                    <a:pt x="1368228" y="727321"/>
                    <a:pt x="1377313" y="727813"/>
                  </a:cubicBezTo>
                  <a:cubicBezTo>
                    <a:pt x="1386333" y="728321"/>
                    <a:pt x="1398599" y="730043"/>
                    <a:pt x="1398599" y="730043"/>
                  </a:cubicBezTo>
                  <a:cubicBezTo>
                    <a:pt x="1398599" y="730043"/>
                    <a:pt x="1393548" y="737471"/>
                    <a:pt x="1398008" y="745391"/>
                  </a:cubicBezTo>
                  <a:cubicBezTo>
                    <a:pt x="1402551" y="753327"/>
                    <a:pt x="1399107" y="758262"/>
                    <a:pt x="1399615" y="766707"/>
                  </a:cubicBezTo>
                  <a:cubicBezTo>
                    <a:pt x="1400157" y="775135"/>
                    <a:pt x="1405224" y="782317"/>
                    <a:pt x="1407339" y="780825"/>
                  </a:cubicBezTo>
                  <a:cubicBezTo>
                    <a:pt x="1409471" y="779366"/>
                    <a:pt x="1419278" y="757787"/>
                    <a:pt x="1421442" y="748129"/>
                  </a:cubicBezTo>
                  <a:cubicBezTo>
                    <a:pt x="1423558" y="738471"/>
                    <a:pt x="1425148" y="733273"/>
                    <a:pt x="1429396" y="733273"/>
                  </a:cubicBezTo>
                  <a:cubicBezTo>
                    <a:pt x="1433643" y="733273"/>
                    <a:pt x="1448041" y="746407"/>
                    <a:pt x="1449615" y="751130"/>
                  </a:cubicBezTo>
                  <a:cubicBezTo>
                    <a:pt x="1451272" y="755819"/>
                    <a:pt x="1452288" y="762280"/>
                    <a:pt x="1444335" y="775168"/>
                  </a:cubicBezTo>
                  <a:cubicBezTo>
                    <a:pt x="1436316" y="788040"/>
                    <a:pt x="1437119" y="793975"/>
                    <a:pt x="1444040" y="798944"/>
                  </a:cubicBezTo>
                  <a:cubicBezTo>
                    <a:pt x="1450927" y="803896"/>
                    <a:pt x="1451255" y="802420"/>
                    <a:pt x="1463751" y="808356"/>
                  </a:cubicBezTo>
                  <a:cubicBezTo>
                    <a:pt x="1476247" y="814308"/>
                    <a:pt x="1473820" y="813800"/>
                    <a:pt x="1481560" y="811570"/>
                  </a:cubicBezTo>
                  <a:cubicBezTo>
                    <a:pt x="1489284" y="809340"/>
                    <a:pt x="1478329" y="789778"/>
                    <a:pt x="1479149" y="789286"/>
                  </a:cubicBezTo>
                  <a:cubicBezTo>
                    <a:pt x="1479986" y="788777"/>
                    <a:pt x="1497549" y="786810"/>
                    <a:pt x="1493548" y="776890"/>
                  </a:cubicBezTo>
                  <a:cubicBezTo>
                    <a:pt x="1489546" y="766986"/>
                    <a:pt x="1485561" y="762034"/>
                    <a:pt x="1493761" y="757065"/>
                  </a:cubicBezTo>
                  <a:cubicBezTo>
                    <a:pt x="1502042" y="752113"/>
                    <a:pt x="1507896" y="748145"/>
                    <a:pt x="1507896" y="748145"/>
                  </a:cubicBezTo>
                  <a:cubicBezTo>
                    <a:pt x="1504453" y="741947"/>
                    <a:pt x="1503354" y="741455"/>
                    <a:pt x="1497532" y="724861"/>
                  </a:cubicBezTo>
                  <a:cubicBezTo>
                    <a:pt x="1491678" y="708251"/>
                    <a:pt x="1502550" y="712727"/>
                    <a:pt x="1525492" y="714465"/>
                  </a:cubicBezTo>
                  <a:cubicBezTo>
                    <a:pt x="1548319" y="716204"/>
                    <a:pt x="1549418" y="724140"/>
                    <a:pt x="1561652" y="730322"/>
                  </a:cubicBezTo>
                  <a:cubicBezTo>
                    <a:pt x="1573885" y="736520"/>
                    <a:pt x="1566161" y="738750"/>
                    <a:pt x="1570113" y="748670"/>
                  </a:cubicBezTo>
                  <a:cubicBezTo>
                    <a:pt x="1574147" y="758574"/>
                    <a:pt x="1560044" y="760066"/>
                    <a:pt x="1560044" y="760066"/>
                  </a:cubicBezTo>
                  <a:cubicBezTo>
                    <a:pt x="1560044" y="760066"/>
                    <a:pt x="1550746" y="761788"/>
                    <a:pt x="1552862" y="769478"/>
                  </a:cubicBezTo>
                  <a:cubicBezTo>
                    <a:pt x="1555026" y="777168"/>
                    <a:pt x="1559241" y="786318"/>
                    <a:pt x="1565948" y="798206"/>
                  </a:cubicBezTo>
                  <a:cubicBezTo>
                    <a:pt x="1572573" y="810110"/>
                    <a:pt x="1564046" y="818276"/>
                    <a:pt x="1553682" y="827918"/>
                  </a:cubicBezTo>
                  <a:cubicBezTo>
                    <a:pt x="1543285" y="837592"/>
                    <a:pt x="1531035" y="840314"/>
                    <a:pt x="1518834" y="840576"/>
                  </a:cubicBezTo>
                  <a:cubicBezTo>
                    <a:pt x="1506568" y="840806"/>
                    <a:pt x="1501288" y="845774"/>
                    <a:pt x="1500484" y="842281"/>
                  </a:cubicBezTo>
                  <a:cubicBezTo>
                    <a:pt x="1499631" y="838822"/>
                    <a:pt x="1493777" y="835608"/>
                    <a:pt x="1487185" y="837084"/>
                  </a:cubicBezTo>
                  <a:cubicBezTo>
                    <a:pt x="1480511" y="838559"/>
                    <a:pt x="1465342" y="844511"/>
                    <a:pt x="1470704" y="846496"/>
                  </a:cubicBezTo>
                  <a:cubicBezTo>
                    <a:pt x="1475984" y="848480"/>
                    <a:pt x="1490120" y="848004"/>
                    <a:pt x="1484266" y="858892"/>
                  </a:cubicBezTo>
                  <a:cubicBezTo>
                    <a:pt x="1478362" y="869796"/>
                    <a:pt x="1473311" y="869796"/>
                    <a:pt x="1461619" y="868550"/>
                  </a:cubicBezTo>
                  <a:cubicBezTo>
                    <a:pt x="1449927" y="867304"/>
                    <a:pt x="1439022" y="867304"/>
                    <a:pt x="1431544" y="866795"/>
                  </a:cubicBezTo>
                  <a:cubicBezTo>
                    <a:pt x="1424148" y="866303"/>
                    <a:pt x="1387366" y="864090"/>
                    <a:pt x="1387366" y="864090"/>
                  </a:cubicBezTo>
                  <a:cubicBezTo>
                    <a:pt x="1387366" y="864090"/>
                    <a:pt x="1412161" y="879208"/>
                    <a:pt x="1431872" y="885390"/>
                  </a:cubicBezTo>
                  <a:cubicBezTo>
                    <a:pt x="1451501" y="891588"/>
                    <a:pt x="1472278" y="887866"/>
                    <a:pt x="1472278" y="887866"/>
                  </a:cubicBezTo>
                  <a:cubicBezTo>
                    <a:pt x="1472278" y="887866"/>
                    <a:pt x="1464292" y="902721"/>
                    <a:pt x="1454699" y="918594"/>
                  </a:cubicBezTo>
                  <a:cubicBezTo>
                    <a:pt x="1445138" y="934450"/>
                    <a:pt x="1436086" y="927514"/>
                    <a:pt x="1428133" y="928498"/>
                  </a:cubicBezTo>
                  <a:cubicBezTo>
                    <a:pt x="1420114" y="929482"/>
                    <a:pt x="1415342" y="935926"/>
                    <a:pt x="1400468" y="937910"/>
                  </a:cubicBezTo>
                  <a:cubicBezTo>
                    <a:pt x="1385513" y="939894"/>
                    <a:pt x="1354421" y="933712"/>
                    <a:pt x="1359209" y="935926"/>
                  </a:cubicBezTo>
                  <a:cubicBezTo>
                    <a:pt x="1363965" y="938172"/>
                    <a:pt x="1366129" y="942124"/>
                    <a:pt x="1374640" y="943354"/>
                  </a:cubicBezTo>
                  <a:cubicBezTo>
                    <a:pt x="1383135" y="944600"/>
                    <a:pt x="1388481" y="946076"/>
                    <a:pt x="1395926" y="952290"/>
                  </a:cubicBezTo>
                  <a:cubicBezTo>
                    <a:pt x="1403354" y="958472"/>
                    <a:pt x="1391088" y="959980"/>
                    <a:pt x="1381265" y="961686"/>
                  </a:cubicBezTo>
                  <a:cubicBezTo>
                    <a:pt x="1371410" y="963440"/>
                    <a:pt x="1368769" y="965178"/>
                    <a:pt x="1364227" y="971344"/>
                  </a:cubicBezTo>
                  <a:cubicBezTo>
                    <a:pt x="1359717" y="977558"/>
                    <a:pt x="1342941" y="1001564"/>
                    <a:pt x="1337628" y="1009008"/>
                  </a:cubicBezTo>
                  <a:cubicBezTo>
                    <a:pt x="1332282" y="1016436"/>
                    <a:pt x="1327510" y="1028799"/>
                    <a:pt x="1325428" y="1043426"/>
                  </a:cubicBezTo>
                  <a:cubicBezTo>
                    <a:pt x="1323263" y="1058052"/>
                    <a:pt x="1310767" y="1075630"/>
                    <a:pt x="1316375" y="1079352"/>
                  </a:cubicBezTo>
                  <a:cubicBezTo>
                    <a:pt x="1321951" y="1083074"/>
                    <a:pt x="1342941" y="1083550"/>
                    <a:pt x="1351731" y="1089010"/>
                  </a:cubicBezTo>
                  <a:cubicBezTo>
                    <a:pt x="1360488" y="1094454"/>
                    <a:pt x="1370376" y="1121214"/>
                    <a:pt x="1377002" y="1131380"/>
                  </a:cubicBezTo>
                  <a:cubicBezTo>
                    <a:pt x="1383709" y="1141530"/>
                    <a:pt x="1388989" y="1149220"/>
                    <a:pt x="1396418" y="1141284"/>
                  </a:cubicBezTo>
                  <a:cubicBezTo>
                    <a:pt x="1403846" y="1133364"/>
                    <a:pt x="1418507" y="1135332"/>
                    <a:pt x="1432364" y="1140300"/>
                  </a:cubicBezTo>
                  <a:cubicBezTo>
                    <a:pt x="1446204" y="1145252"/>
                    <a:pt x="1474345" y="1164830"/>
                    <a:pt x="1483184" y="1173488"/>
                  </a:cubicBezTo>
                  <a:cubicBezTo>
                    <a:pt x="1491973" y="1182146"/>
                    <a:pt x="1507355" y="1180670"/>
                    <a:pt x="1524656" y="1183146"/>
                  </a:cubicBezTo>
                  <a:cubicBezTo>
                    <a:pt x="1541907" y="1185622"/>
                    <a:pt x="1543892" y="1192148"/>
                    <a:pt x="1543892" y="1192148"/>
                  </a:cubicBezTo>
                  <a:cubicBezTo>
                    <a:pt x="1543892" y="1192148"/>
                    <a:pt x="1561914" y="1193066"/>
                    <a:pt x="1554485" y="1200740"/>
                  </a:cubicBezTo>
                  <a:cubicBezTo>
                    <a:pt x="1547057" y="1208398"/>
                    <a:pt x="1544892" y="1200970"/>
                    <a:pt x="1552321" y="1213858"/>
                  </a:cubicBezTo>
                  <a:cubicBezTo>
                    <a:pt x="1559798" y="1226730"/>
                    <a:pt x="1559536" y="1244078"/>
                    <a:pt x="1557421" y="1252768"/>
                  </a:cubicBezTo>
                  <a:cubicBezTo>
                    <a:pt x="1555256" y="1261426"/>
                    <a:pt x="1581232" y="1257048"/>
                    <a:pt x="1592186" y="1263492"/>
                  </a:cubicBezTo>
                  <a:cubicBezTo>
                    <a:pt x="1603075" y="1269936"/>
                    <a:pt x="1603698" y="1296106"/>
                    <a:pt x="1609290" y="1292892"/>
                  </a:cubicBezTo>
                  <a:cubicBezTo>
                    <a:pt x="1614866" y="1289662"/>
                    <a:pt x="1624164" y="1283972"/>
                    <a:pt x="1625262" y="1277036"/>
                  </a:cubicBezTo>
                  <a:cubicBezTo>
                    <a:pt x="1626328" y="1270100"/>
                    <a:pt x="1624967" y="1260934"/>
                    <a:pt x="1623901" y="1249046"/>
                  </a:cubicBezTo>
                  <a:cubicBezTo>
                    <a:pt x="1622803" y="1237158"/>
                    <a:pt x="1619900" y="1215350"/>
                    <a:pt x="1614078" y="1206709"/>
                  </a:cubicBezTo>
                  <a:cubicBezTo>
                    <a:pt x="1608224" y="1198018"/>
                    <a:pt x="1624590" y="1194558"/>
                    <a:pt x="1621917" y="1190836"/>
                  </a:cubicBezTo>
                  <a:cubicBezTo>
                    <a:pt x="1619310" y="1187130"/>
                    <a:pt x="1619900" y="1179703"/>
                    <a:pt x="1631067" y="1176718"/>
                  </a:cubicBezTo>
                  <a:cubicBezTo>
                    <a:pt x="1642284" y="1173750"/>
                    <a:pt x="1643055" y="1176472"/>
                    <a:pt x="1649123" y="1171766"/>
                  </a:cubicBezTo>
                  <a:cubicBezTo>
                    <a:pt x="1655272" y="1167044"/>
                    <a:pt x="1656338" y="1145023"/>
                    <a:pt x="1657371" y="1137103"/>
                  </a:cubicBezTo>
                  <a:cubicBezTo>
                    <a:pt x="1658503" y="1129167"/>
                    <a:pt x="1655534" y="1112081"/>
                    <a:pt x="1652861" y="1105637"/>
                  </a:cubicBezTo>
                  <a:cubicBezTo>
                    <a:pt x="1650254" y="1099192"/>
                    <a:pt x="1639300" y="1078630"/>
                    <a:pt x="1635348" y="1074154"/>
                  </a:cubicBezTo>
                  <a:cubicBezTo>
                    <a:pt x="1631314" y="1069710"/>
                    <a:pt x="1626295" y="1068464"/>
                    <a:pt x="1637217" y="1054592"/>
                  </a:cubicBezTo>
                  <a:cubicBezTo>
                    <a:pt x="1648089" y="1040704"/>
                    <a:pt x="1641694" y="1043688"/>
                    <a:pt x="1640120" y="1039474"/>
                  </a:cubicBezTo>
                  <a:cubicBezTo>
                    <a:pt x="1638512" y="1035260"/>
                    <a:pt x="1636118" y="1024864"/>
                    <a:pt x="1634036" y="1015436"/>
                  </a:cubicBezTo>
                  <a:cubicBezTo>
                    <a:pt x="1631838" y="1006024"/>
                    <a:pt x="1638512" y="995611"/>
                    <a:pt x="1634544" y="982231"/>
                  </a:cubicBezTo>
                  <a:cubicBezTo>
                    <a:pt x="1630510" y="968868"/>
                    <a:pt x="1626295" y="971836"/>
                    <a:pt x="1627115" y="968868"/>
                  </a:cubicBezTo>
                  <a:cubicBezTo>
                    <a:pt x="1627919" y="965883"/>
                    <a:pt x="1653157" y="966638"/>
                    <a:pt x="1671769" y="968605"/>
                  </a:cubicBezTo>
                  <a:cubicBezTo>
                    <a:pt x="1690414" y="970589"/>
                    <a:pt x="1697860" y="966621"/>
                    <a:pt x="1703173" y="966621"/>
                  </a:cubicBezTo>
                  <a:cubicBezTo>
                    <a:pt x="1708519" y="966621"/>
                    <a:pt x="1718128" y="971819"/>
                    <a:pt x="1728443" y="978526"/>
                  </a:cubicBezTo>
                  <a:cubicBezTo>
                    <a:pt x="1738807" y="985199"/>
                    <a:pt x="1742809" y="983478"/>
                    <a:pt x="1748122" y="991660"/>
                  </a:cubicBezTo>
                  <a:cubicBezTo>
                    <a:pt x="1753468" y="999826"/>
                    <a:pt x="1756370" y="1004286"/>
                    <a:pt x="1767275" y="1003794"/>
                  </a:cubicBezTo>
                  <a:cubicBezTo>
                    <a:pt x="1778148" y="1003285"/>
                    <a:pt x="1789922" y="1008500"/>
                    <a:pt x="1789922" y="1008500"/>
                  </a:cubicBezTo>
                  <a:cubicBezTo>
                    <a:pt x="1789922" y="1008500"/>
                    <a:pt x="1782198" y="1012943"/>
                    <a:pt x="1783543" y="1027586"/>
                  </a:cubicBezTo>
                  <a:cubicBezTo>
                    <a:pt x="1784871" y="1042179"/>
                    <a:pt x="1781903" y="1052838"/>
                    <a:pt x="1782182" y="1058790"/>
                  </a:cubicBezTo>
                  <a:cubicBezTo>
                    <a:pt x="1782395" y="1064726"/>
                    <a:pt x="1785413" y="1064972"/>
                    <a:pt x="1790431" y="1065726"/>
                  </a:cubicBezTo>
                  <a:cubicBezTo>
                    <a:pt x="1795481" y="1066480"/>
                    <a:pt x="1809076" y="1078614"/>
                    <a:pt x="1823113" y="1083550"/>
                  </a:cubicBezTo>
                  <a:cubicBezTo>
                    <a:pt x="1837249" y="1088518"/>
                    <a:pt x="1840955" y="1087026"/>
                    <a:pt x="1845498" y="1075613"/>
                  </a:cubicBezTo>
                  <a:cubicBezTo>
                    <a:pt x="1850040" y="1064234"/>
                    <a:pt x="1851106" y="1065218"/>
                    <a:pt x="1856665" y="1064480"/>
                  </a:cubicBezTo>
                  <a:cubicBezTo>
                    <a:pt x="1862241" y="1063725"/>
                    <a:pt x="1864094" y="1065709"/>
                    <a:pt x="1866488" y="1063233"/>
                  </a:cubicBezTo>
                  <a:cubicBezTo>
                    <a:pt x="1868948" y="1060774"/>
                    <a:pt x="1862241" y="1055805"/>
                    <a:pt x="1863815" y="1047886"/>
                  </a:cubicBezTo>
                  <a:cubicBezTo>
                    <a:pt x="1865422" y="1039949"/>
                    <a:pt x="1873162" y="1029537"/>
                    <a:pt x="1879525" y="1023585"/>
                  </a:cubicBezTo>
                  <a:cubicBezTo>
                    <a:pt x="1885904" y="1017649"/>
                    <a:pt x="1890447" y="1029537"/>
                    <a:pt x="1896055" y="1040441"/>
                  </a:cubicBezTo>
                  <a:cubicBezTo>
                    <a:pt x="1901630" y="1051345"/>
                    <a:pt x="1921047" y="1086747"/>
                    <a:pt x="1926639" y="1098389"/>
                  </a:cubicBezTo>
                  <a:cubicBezTo>
                    <a:pt x="1932198" y="1110047"/>
                    <a:pt x="1939430" y="1110785"/>
                    <a:pt x="1932722" y="1121689"/>
                  </a:cubicBezTo>
                  <a:cubicBezTo>
                    <a:pt x="1926097" y="1132577"/>
                    <a:pt x="1922900" y="1137299"/>
                    <a:pt x="1933313" y="1142235"/>
                  </a:cubicBezTo>
                  <a:cubicBezTo>
                    <a:pt x="1943644" y="1147203"/>
                    <a:pt x="1952991" y="1155877"/>
                    <a:pt x="1952221" y="1164043"/>
                  </a:cubicBezTo>
                  <a:cubicBezTo>
                    <a:pt x="1951384" y="1172225"/>
                    <a:pt x="1949253" y="1172455"/>
                    <a:pt x="1952729" y="1174685"/>
                  </a:cubicBezTo>
                  <a:cubicBezTo>
                    <a:pt x="1956173" y="1176915"/>
                    <a:pt x="1968669" y="1170241"/>
                    <a:pt x="1977754" y="1174210"/>
                  </a:cubicBezTo>
                  <a:cubicBezTo>
                    <a:pt x="1986756" y="1178161"/>
                    <a:pt x="1997678" y="1181900"/>
                    <a:pt x="2004090" y="1188327"/>
                  </a:cubicBezTo>
                  <a:cubicBezTo>
                    <a:pt x="2010436" y="1194772"/>
                    <a:pt x="2009911" y="1197002"/>
                    <a:pt x="2000859" y="1200215"/>
                  </a:cubicBezTo>
                  <a:cubicBezTo>
                    <a:pt x="1991807" y="1203429"/>
                    <a:pt x="1982755" y="1206676"/>
                    <a:pt x="1978262" y="1209381"/>
                  </a:cubicBezTo>
                  <a:cubicBezTo>
                    <a:pt x="1973719" y="1212103"/>
                    <a:pt x="1966569" y="1217318"/>
                    <a:pt x="1966799" y="1221515"/>
                  </a:cubicBezTo>
                  <a:cubicBezTo>
                    <a:pt x="1967094" y="1225713"/>
                    <a:pt x="1964930" y="1232665"/>
                    <a:pt x="1972145" y="1227205"/>
                  </a:cubicBezTo>
                  <a:cubicBezTo>
                    <a:pt x="1979328" y="1221761"/>
                    <a:pt x="1991053" y="1216301"/>
                    <a:pt x="1999547" y="1213841"/>
                  </a:cubicBezTo>
                  <a:cubicBezTo>
                    <a:pt x="2008042" y="1211366"/>
                    <a:pt x="2001630" y="1213596"/>
                    <a:pt x="2009370" y="1212595"/>
                  </a:cubicBezTo>
                  <a:cubicBezTo>
                    <a:pt x="2017143" y="1211611"/>
                    <a:pt x="2024539" y="1216317"/>
                    <a:pt x="2035198" y="1219285"/>
                  </a:cubicBezTo>
                  <a:cubicBezTo>
                    <a:pt x="2045825" y="1222270"/>
                    <a:pt x="2042922" y="1228943"/>
                    <a:pt x="2040249" y="1235141"/>
                  </a:cubicBezTo>
                  <a:cubicBezTo>
                    <a:pt x="2037576" y="1241340"/>
                    <a:pt x="2035198" y="1247259"/>
                    <a:pt x="2039446" y="1254211"/>
                  </a:cubicBezTo>
                  <a:cubicBezTo>
                    <a:pt x="2043693" y="1261147"/>
                    <a:pt x="2037576" y="1267345"/>
                    <a:pt x="2028278" y="1275757"/>
                  </a:cubicBezTo>
                  <a:cubicBezTo>
                    <a:pt x="2018964" y="1284185"/>
                    <a:pt x="2012043" y="1285415"/>
                    <a:pt x="1996874" y="1287399"/>
                  </a:cubicBezTo>
                  <a:cubicBezTo>
                    <a:pt x="1981706" y="1289383"/>
                    <a:pt x="1974523" y="1298533"/>
                    <a:pt x="1963896" y="1308437"/>
                  </a:cubicBezTo>
                  <a:cubicBezTo>
                    <a:pt x="1953270" y="1318341"/>
                    <a:pt x="1947924" y="1315865"/>
                    <a:pt x="1932493" y="1316619"/>
                  </a:cubicBezTo>
                  <a:cubicBezTo>
                    <a:pt x="1917062" y="1317357"/>
                    <a:pt x="1923195" y="1308929"/>
                    <a:pt x="1918423" y="1310667"/>
                  </a:cubicBezTo>
                  <a:cubicBezTo>
                    <a:pt x="1913585" y="1312421"/>
                    <a:pt x="1907501" y="1317603"/>
                    <a:pt x="1897645" y="1318603"/>
                  </a:cubicBezTo>
                  <a:cubicBezTo>
                    <a:pt x="1887757" y="1319587"/>
                    <a:pt x="1854484" y="1320079"/>
                    <a:pt x="1841742" y="1323801"/>
                  </a:cubicBezTo>
                  <a:cubicBezTo>
                    <a:pt x="1829000" y="1327523"/>
                    <a:pt x="1832985" y="1336181"/>
                    <a:pt x="1829804" y="1343363"/>
                  </a:cubicBezTo>
                  <a:cubicBezTo>
                    <a:pt x="1826573" y="1350528"/>
                    <a:pt x="1821523" y="1347577"/>
                    <a:pt x="1811962" y="1350791"/>
                  </a:cubicBezTo>
                  <a:cubicBezTo>
                    <a:pt x="1802402" y="1354005"/>
                    <a:pt x="1790939" y="1368139"/>
                    <a:pt x="1779788" y="1387455"/>
                  </a:cubicBezTo>
                  <a:cubicBezTo>
                    <a:pt x="1768538" y="1406787"/>
                    <a:pt x="1753451" y="1418659"/>
                    <a:pt x="1753451" y="1418659"/>
                  </a:cubicBezTo>
                  <a:cubicBezTo>
                    <a:pt x="1756633" y="1417921"/>
                    <a:pt x="1772359" y="1408246"/>
                    <a:pt x="1780017" y="1398834"/>
                  </a:cubicBezTo>
                  <a:cubicBezTo>
                    <a:pt x="1787741" y="1389439"/>
                    <a:pt x="1819948" y="1367122"/>
                    <a:pt x="1829804" y="1360203"/>
                  </a:cubicBezTo>
                  <a:cubicBezTo>
                    <a:pt x="1839627" y="1353267"/>
                    <a:pt x="1860912" y="1343100"/>
                    <a:pt x="1865963" y="1344576"/>
                  </a:cubicBezTo>
                  <a:cubicBezTo>
                    <a:pt x="1871014" y="1346085"/>
                    <a:pt x="1883543" y="1355743"/>
                    <a:pt x="1883543" y="1360695"/>
                  </a:cubicBezTo>
                  <a:cubicBezTo>
                    <a:pt x="1883543" y="1365647"/>
                    <a:pt x="1879804" y="1369615"/>
                    <a:pt x="1870801" y="1378043"/>
                  </a:cubicBezTo>
                  <a:cubicBezTo>
                    <a:pt x="1861749" y="1386455"/>
                    <a:pt x="1849728" y="1378043"/>
                    <a:pt x="1850548" y="1381503"/>
                  </a:cubicBezTo>
                  <a:cubicBezTo>
                    <a:pt x="1851319" y="1384979"/>
                    <a:pt x="1857731" y="1392899"/>
                    <a:pt x="1864651" y="1394637"/>
                  </a:cubicBezTo>
                  <a:cubicBezTo>
                    <a:pt x="1871572" y="1396375"/>
                    <a:pt x="1871244" y="1404787"/>
                    <a:pt x="1871244" y="1409001"/>
                  </a:cubicBezTo>
                  <a:cubicBezTo>
                    <a:pt x="1871244" y="1413215"/>
                    <a:pt x="1867292" y="1418659"/>
                    <a:pt x="1883231" y="1432039"/>
                  </a:cubicBezTo>
                  <a:cubicBezTo>
                    <a:pt x="1899236" y="1445402"/>
                    <a:pt x="1910420" y="1446403"/>
                    <a:pt x="1922145" y="1445648"/>
                  </a:cubicBezTo>
                  <a:cubicBezTo>
                    <a:pt x="1933838" y="1444911"/>
                    <a:pt x="1927672" y="1449600"/>
                    <a:pt x="1932509" y="1449125"/>
                  </a:cubicBezTo>
                  <a:cubicBezTo>
                    <a:pt x="1937265" y="1448616"/>
                    <a:pt x="1938364" y="1439450"/>
                    <a:pt x="1939938" y="1432022"/>
                  </a:cubicBezTo>
                  <a:cubicBezTo>
                    <a:pt x="1941512" y="1424578"/>
                    <a:pt x="1944185" y="1417642"/>
                    <a:pt x="1948433" y="1414428"/>
                  </a:cubicBezTo>
                  <a:cubicBezTo>
                    <a:pt x="1952713" y="1411214"/>
                    <a:pt x="1955910" y="1405262"/>
                    <a:pt x="1957255" y="1416658"/>
                  </a:cubicBezTo>
                  <a:cubicBezTo>
                    <a:pt x="1958534" y="1428054"/>
                    <a:pt x="1952417" y="1443648"/>
                    <a:pt x="1946301" y="1447141"/>
                  </a:cubicBezTo>
                  <a:cubicBezTo>
                    <a:pt x="1940217" y="1450584"/>
                    <a:pt x="1941496" y="1455060"/>
                    <a:pt x="1941496" y="1458520"/>
                  </a:cubicBezTo>
                  <a:cubicBezTo>
                    <a:pt x="1941496" y="1461996"/>
                    <a:pt x="1934576" y="1462242"/>
                    <a:pt x="1918095" y="1471408"/>
                  </a:cubicBezTo>
                  <a:cubicBezTo>
                    <a:pt x="1901614" y="1480574"/>
                    <a:pt x="1896301" y="1482788"/>
                    <a:pt x="1893365" y="1481558"/>
                  </a:cubicBezTo>
                  <a:cubicBezTo>
                    <a:pt x="1890430" y="1480328"/>
                    <a:pt x="1884314" y="1483034"/>
                    <a:pt x="1876360" y="1490232"/>
                  </a:cubicBezTo>
                  <a:cubicBezTo>
                    <a:pt x="1868341" y="1497398"/>
                    <a:pt x="1859879" y="1507089"/>
                    <a:pt x="1854041" y="1506826"/>
                  </a:cubicBezTo>
                  <a:cubicBezTo>
                    <a:pt x="1848138" y="1506580"/>
                    <a:pt x="1843087" y="1504104"/>
                    <a:pt x="1851073" y="1495922"/>
                  </a:cubicBezTo>
                  <a:cubicBezTo>
                    <a:pt x="1859027" y="1487740"/>
                    <a:pt x="1861732" y="1476360"/>
                    <a:pt x="1869686" y="1472392"/>
                  </a:cubicBezTo>
                  <a:cubicBezTo>
                    <a:pt x="1877639" y="1468424"/>
                    <a:pt x="1881411" y="1468932"/>
                    <a:pt x="1888036" y="1468932"/>
                  </a:cubicBezTo>
                  <a:cubicBezTo>
                    <a:pt x="1894661" y="1468932"/>
                    <a:pt x="1891480" y="1464964"/>
                    <a:pt x="1896826" y="1461013"/>
                  </a:cubicBezTo>
                  <a:cubicBezTo>
                    <a:pt x="1902106" y="1457044"/>
                    <a:pt x="1892792" y="1458258"/>
                    <a:pt x="1883789" y="1456798"/>
                  </a:cubicBezTo>
                  <a:cubicBezTo>
                    <a:pt x="1874736" y="1455306"/>
                    <a:pt x="1881657" y="1447386"/>
                    <a:pt x="1881657" y="1447386"/>
                  </a:cubicBezTo>
                  <a:lnTo>
                    <a:pt x="1872310" y="1452355"/>
                  </a:lnTo>
                  <a:cubicBezTo>
                    <a:pt x="1872310" y="1452355"/>
                    <a:pt x="1858207" y="1459783"/>
                    <a:pt x="1854468" y="1460291"/>
                  </a:cubicBezTo>
                  <a:cubicBezTo>
                    <a:pt x="1850762" y="1460783"/>
                    <a:pt x="1851565" y="1463259"/>
                    <a:pt x="1850515" y="1464735"/>
                  </a:cubicBezTo>
                  <a:cubicBezTo>
                    <a:pt x="1849417" y="1466227"/>
                    <a:pt x="1836150" y="1467211"/>
                    <a:pt x="1836150" y="1467211"/>
                  </a:cubicBezTo>
                  <a:cubicBezTo>
                    <a:pt x="1836150" y="1467211"/>
                    <a:pt x="1829230" y="1481329"/>
                    <a:pt x="1818817" y="1483313"/>
                  </a:cubicBezTo>
                  <a:cubicBezTo>
                    <a:pt x="1808485" y="1485313"/>
                    <a:pt x="1815701" y="1484542"/>
                    <a:pt x="1808190" y="1487773"/>
                  </a:cubicBezTo>
                  <a:cubicBezTo>
                    <a:pt x="1800762" y="1491003"/>
                    <a:pt x="1802107" y="1484067"/>
                    <a:pt x="1800499" y="1486035"/>
                  </a:cubicBezTo>
                  <a:cubicBezTo>
                    <a:pt x="1798892" y="1488035"/>
                    <a:pt x="1797564" y="1489757"/>
                    <a:pt x="1789365" y="1495955"/>
                  </a:cubicBezTo>
                  <a:cubicBezTo>
                    <a:pt x="1781083" y="1502153"/>
                    <a:pt x="1776246" y="1504137"/>
                    <a:pt x="1770457" y="1526683"/>
                  </a:cubicBezTo>
                  <a:cubicBezTo>
                    <a:pt x="1764553" y="1549213"/>
                    <a:pt x="1771490" y="1557395"/>
                    <a:pt x="1771260" y="1560871"/>
                  </a:cubicBezTo>
                  <a:cubicBezTo>
                    <a:pt x="1770965" y="1564331"/>
                    <a:pt x="1760864" y="1558641"/>
                    <a:pt x="1757961" y="1561363"/>
                  </a:cubicBezTo>
                  <a:cubicBezTo>
                    <a:pt x="1754960" y="1564085"/>
                    <a:pt x="1748319" y="1572513"/>
                    <a:pt x="1739578" y="1574989"/>
                  </a:cubicBezTo>
                  <a:cubicBezTo>
                    <a:pt x="1730788" y="1577465"/>
                    <a:pt x="1713537" y="1581925"/>
                    <a:pt x="1709503" y="1586139"/>
                  </a:cubicBezTo>
                  <a:cubicBezTo>
                    <a:pt x="1705501" y="1590353"/>
                    <a:pt x="1705255" y="1596306"/>
                    <a:pt x="1703386" y="1604963"/>
                  </a:cubicBezTo>
                  <a:cubicBezTo>
                    <a:pt x="1701549" y="1613637"/>
                    <a:pt x="1691153" y="1633954"/>
                    <a:pt x="1691153" y="1633954"/>
                  </a:cubicBezTo>
                  <a:cubicBezTo>
                    <a:pt x="1691153" y="1633954"/>
                    <a:pt x="1693530" y="1625771"/>
                    <a:pt x="1686348" y="1619819"/>
                  </a:cubicBezTo>
                  <a:cubicBezTo>
                    <a:pt x="1679165" y="1613867"/>
                    <a:pt x="1680264" y="1608423"/>
                    <a:pt x="1680264" y="1608423"/>
                  </a:cubicBezTo>
                  <a:cubicBezTo>
                    <a:pt x="1680264" y="1608423"/>
                    <a:pt x="1678607" y="1616605"/>
                    <a:pt x="1681330" y="1625017"/>
                  </a:cubicBezTo>
                  <a:cubicBezTo>
                    <a:pt x="1684003" y="1633445"/>
                    <a:pt x="1689283" y="1641873"/>
                    <a:pt x="1686905" y="1651023"/>
                  </a:cubicBezTo>
                  <a:cubicBezTo>
                    <a:pt x="1684495" y="1660189"/>
                    <a:pt x="1679985" y="1671585"/>
                    <a:pt x="1674409" y="1674799"/>
                  </a:cubicBezTo>
                  <a:cubicBezTo>
                    <a:pt x="1668801" y="1678029"/>
                    <a:pt x="1675721" y="1668617"/>
                    <a:pt x="1675721" y="1661189"/>
                  </a:cubicBezTo>
                  <a:cubicBezTo>
                    <a:pt x="1675721" y="1653761"/>
                    <a:pt x="1672015" y="1653253"/>
                    <a:pt x="1669605" y="1649547"/>
                  </a:cubicBezTo>
                  <a:cubicBezTo>
                    <a:pt x="1667194" y="1645825"/>
                    <a:pt x="1667194" y="1636413"/>
                    <a:pt x="1671474" y="1623771"/>
                  </a:cubicBezTo>
                  <a:cubicBezTo>
                    <a:pt x="1675721" y="1611129"/>
                    <a:pt x="1667473" y="1618835"/>
                    <a:pt x="1662684" y="1627247"/>
                  </a:cubicBezTo>
                  <a:cubicBezTo>
                    <a:pt x="1657879" y="1635659"/>
                    <a:pt x="1654485" y="1651269"/>
                    <a:pt x="1661881" y="1661435"/>
                  </a:cubicBezTo>
                  <a:cubicBezTo>
                    <a:pt x="1669359" y="1671585"/>
                    <a:pt x="1657125" y="1670601"/>
                    <a:pt x="1662176" y="1685211"/>
                  </a:cubicBezTo>
                  <a:cubicBezTo>
                    <a:pt x="1667194" y="1699821"/>
                    <a:pt x="1656092" y="1707019"/>
                    <a:pt x="1658142" y="1709249"/>
                  </a:cubicBezTo>
                  <a:cubicBezTo>
                    <a:pt x="1660257" y="1711479"/>
                    <a:pt x="1666128" y="1708265"/>
                    <a:pt x="1668801" y="1715447"/>
                  </a:cubicBezTo>
                  <a:cubicBezTo>
                    <a:pt x="1671474" y="1722629"/>
                    <a:pt x="1663521" y="1719399"/>
                    <a:pt x="1660848" y="1721400"/>
                  </a:cubicBezTo>
                  <a:cubicBezTo>
                    <a:pt x="1658142" y="1723384"/>
                    <a:pt x="1659487" y="1726089"/>
                    <a:pt x="1661061" y="1730057"/>
                  </a:cubicBezTo>
                  <a:cubicBezTo>
                    <a:pt x="1662668" y="1734009"/>
                    <a:pt x="1665898" y="1731533"/>
                    <a:pt x="1664537" y="1732763"/>
                  </a:cubicBezTo>
                  <a:cubicBezTo>
                    <a:pt x="1663209" y="1734009"/>
                    <a:pt x="1659487" y="1738945"/>
                    <a:pt x="1652550" y="1741191"/>
                  </a:cubicBezTo>
                  <a:cubicBezTo>
                    <a:pt x="1645662" y="1743421"/>
                    <a:pt x="1645105" y="1739945"/>
                    <a:pt x="1640857" y="1744913"/>
                  </a:cubicBezTo>
                  <a:cubicBezTo>
                    <a:pt x="1636577" y="1749849"/>
                    <a:pt x="1633412" y="1754325"/>
                    <a:pt x="1628886" y="1760015"/>
                  </a:cubicBezTo>
                  <a:cubicBezTo>
                    <a:pt x="1624377" y="1765721"/>
                    <a:pt x="1621195" y="1763737"/>
                    <a:pt x="1616391" y="1767705"/>
                  </a:cubicBezTo>
                  <a:cubicBezTo>
                    <a:pt x="1611586" y="1771657"/>
                    <a:pt x="1609716" y="1774887"/>
                    <a:pt x="1603829" y="1779856"/>
                  </a:cubicBezTo>
                  <a:cubicBezTo>
                    <a:pt x="1598040" y="1784775"/>
                    <a:pt x="1584708" y="1792465"/>
                    <a:pt x="1577558" y="1802123"/>
                  </a:cubicBezTo>
                  <a:cubicBezTo>
                    <a:pt x="1570343" y="1811781"/>
                    <a:pt x="1572212" y="1814273"/>
                    <a:pt x="1568769" y="1829883"/>
                  </a:cubicBezTo>
                  <a:cubicBezTo>
                    <a:pt x="1565292" y="1845461"/>
                    <a:pt x="1577558" y="1872729"/>
                    <a:pt x="1585249" y="1898505"/>
                  </a:cubicBezTo>
                  <a:cubicBezTo>
                    <a:pt x="1592973" y="1924266"/>
                    <a:pt x="1596171" y="1917084"/>
                    <a:pt x="1595105" y="1925249"/>
                  </a:cubicBezTo>
                  <a:cubicBezTo>
                    <a:pt x="1594006" y="1933415"/>
                    <a:pt x="1590563" y="1943336"/>
                    <a:pt x="1584954" y="1949042"/>
                  </a:cubicBezTo>
                  <a:cubicBezTo>
                    <a:pt x="1579428" y="1954731"/>
                    <a:pt x="1576230" y="1945074"/>
                    <a:pt x="1568506" y="1939367"/>
                  </a:cubicBezTo>
                  <a:cubicBezTo>
                    <a:pt x="1560815" y="1933678"/>
                    <a:pt x="1566899" y="1929709"/>
                    <a:pt x="1559454" y="1917821"/>
                  </a:cubicBezTo>
                  <a:cubicBezTo>
                    <a:pt x="1552009" y="1905933"/>
                    <a:pt x="1552534" y="1901719"/>
                    <a:pt x="1551730" y="1893045"/>
                  </a:cubicBezTo>
                  <a:cubicBezTo>
                    <a:pt x="1550927" y="1884371"/>
                    <a:pt x="1549598" y="1871975"/>
                    <a:pt x="1545646" y="1862563"/>
                  </a:cubicBezTo>
                  <a:cubicBezTo>
                    <a:pt x="1541612" y="1853135"/>
                    <a:pt x="1533118" y="1841247"/>
                    <a:pt x="1520327" y="1845969"/>
                  </a:cubicBezTo>
                  <a:cubicBezTo>
                    <a:pt x="1507536" y="1850691"/>
                    <a:pt x="1510799" y="1848445"/>
                    <a:pt x="1503879" y="1846444"/>
                  </a:cubicBezTo>
                  <a:cubicBezTo>
                    <a:pt x="1496876" y="1844477"/>
                    <a:pt x="1478592" y="1837065"/>
                    <a:pt x="1469261" y="1842001"/>
                  </a:cubicBezTo>
                  <a:cubicBezTo>
                    <a:pt x="1459914" y="1846953"/>
                    <a:pt x="1430462" y="1840509"/>
                    <a:pt x="1424279" y="1842001"/>
                  </a:cubicBezTo>
                  <a:cubicBezTo>
                    <a:pt x="1418162" y="1843493"/>
                    <a:pt x="1413620" y="1843985"/>
                    <a:pt x="1413620" y="1848199"/>
                  </a:cubicBezTo>
                  <a:cubicBezTo>
                    <a:pt x="1413620" y="1852413"/>
                    <a:pt x="1411013" y="1853135"/>
                    <a:pt x="1421901" y="1856119"/>
                  </a:cubicBezTo>
                  <a:cubicBezTo>
                    <a:pt x="1432823" y="1859103"/>
                    <a:pt x="1431199" y="1862317"/>
                    <a:pt x="1430478" y="1867039"/>
                  </a:cubicBezTo>
                  <a:cubicBezTo>
                    <a:pt x="1429642" y="1871729"/>
                    <a:pt x="1421655" y="1864563"/>
                    <a:pt x="1417359" y="1862825"/>
                  </a:cubicBezTo>
                  <a:cubicBezTo>
                    <a:pt x="1413112" y="1861087"/>
                    <a:pt x="1409160" y="1866301"/>
                    <a:pt x="1401715" y="1866301"/>
                  </a:cubicBezTo>
                  <a:cubicBezTo>
                    <a:pt x="1394269" y="1866301"/>
                    <a:pt x="1392925" y="1859119"/>
                    <a:pt x="1386251" y="1858119"/>
                  </a:cubicBezTo>
                  <a:cubicBezTo>
                    <a:pt x="1379625" y="1857135"/>
                    <a:pt x="1376952" y="1858119"/>
                    <a:pt x="1370541" y="1855643"/>
                  </a:cubicBezTo>
                  <a:cubicBezTo>
                    <a:pt x="1364161" y="1853151"/>
                    <a:pt x="1355667" y="1848953"/>
                    <a:pt x="1348238" y="1849445"/>
                  </a:cubicBezTo>
                  <a:cubicBezTo>
                    <a:pt x="1340810" y="1849937"/>
                    <a:pt x="1312046" y="1869023"/>
                    <a:pt x="1298452" y="1879157"/>
                  </a:cubicBezTo>
                  <a:cubicBezTo>
                    <a:pt x="1284939" y="1889323"/>
                    <a:pt x="1274493" y="1899227"/>
                    <a:pt x="1271377" y="1907393"/>
                  </a:cubicBezTo>
                  <a:cubicBezTo>
                    <a:pt x="1268147" y="1915575"/>
                    <a:pt x="1267868" y="1916313"/>
                    <a:pt x="1278806" y="1928463"/>
                  </a:cubicBezTo>
                  <a:cubicBezTo>
                    <a:pt x="1289695" y="1940597"/>
                    <a:pt x="1284660" y="1938630"/>
                    <a:pt x="1282512" y="1945549"/>
                  </a:cubicBezTo>
                  <a:cubicBezTo>
                    <a:pt x="1280380" y="1952485"/>
                    <a:pt x="1273968" y="1960897"/>
                    <a:pt x="1266326" y="1978753"/>
                  </a:cubicBezTo>
                  <a:cubicBezTo>
                    <a:pt x="1258553" y="1996577"/>
                    <a:pt x="1263096" y="2005251"/>
                    <a:pt x="1272410" y="2022337"/>
                  </a:cubicBezTo>
                  <a:cubicBezTo>
                    <a:pt x="1281709" y="2039423"/>
                    <a:pt x="1289990" y="2051819"/>
                    <a:pt x="1297435" y="2059001"/>
                  </a:cubicBezTo>
                  <a:cubicBezTo>
                    <a:pt x="1304864" y="2066167"/>
                    <a:pt x="1310177" y="2073857"/>
                    <a:pt x="1316556" y="2076579"/>
                  </a:cubicBezTo>
                  <a:cubicBezTo>
                    <a:pt x="1322968" y="2079301"/>
                    <a:pt x="1324280" y="2080301"/>
                    <a:pt x="1327248" y="2083269"/>
                  </a:cubicBezTo>
                  <a:cubicBezTo>
                    <a:pt x="1330150" y="2086253"/>
                    <a:pt x="1329330" y="2087467"/>
                    <a:pt x="1339481" y="2084745"/>
                  </a:cubicBezTo>
                  <a:cubicBezTo>
                    <a:pt x="1349550" y="2082039"/>
                    <a:pt x="1356995" y="2078055"/>
                    <a:pt x="1364178" y="2078055"/>
                  </a:cubicBezTo>
                  <a:cubicBezTo>
                    <a:pt x="1371360" y="2078055"/>
                    <a:pt x="1378018" y="2078317"/>
                    <a:pt x="1382020" y="2082039"/>
                  </a:cubicBezTo>
                  <a:cubicBezTo>
                    <a:pt x="1386005" y="2085745"/>
                    <a:pt x="1386562" y="2083531"/>
                    <a:pt x="1386562" y="2081531"/>
                  </a:cubicBezTo>
                  <a:cubicBezTo>
                    <a:pt x="1386562" y="2079547"/>
                    <a:pt x="1389743" y="2072119"/>
                    <a:pt x="1390809" y="2070135"/>
                  </a:cubicBezTo>
                  <a:cubicBezTo>
                    <a:pt x="1391842" y="2068151"/>
                    <a:pt x="1401436" y="2054525"/>
                    <a:pt x="1403010" y="2047097"/>
                  </a:cubicBezTo>
                  <a:cubicBezTo>
                    <a:pt x="1404617" y="2039652"/>
                    <a:pt x="1404617" y="2024797"/>
                    <a:pt x="1413964" y="2023796"/>
                  </a:cubicBezTo>
                  <a:cubicBezTo>
                    <a:pt x="1423230" y="2022813"/>
                    <a:pt x="1443203" y="2018123"/>
                    <a:pt x="1461291" y="2019353"/>
                  </a:cubicBezTo>
                  <a:cubicBezTo>
                    <a:pt x="1479346" y="2020583"/>
                    <a:pt x="1471409" y="2029519"/>
                    <a:pt x="1466637" y="2038915"/>
                  </a:cubicBezTo>
                  <a:cubicBezTo>
                    <a:pt x="1461832" y="2048343"/>
                    <a:pt x="1459930" y="2049327"/>
                    <a:pt x="1459930" y="2056509"/>
                  </a:cubicBezTo>
                  <a:cubicBezTo>
                    <a:pt x="1459930" y="2063691"/>
                    <a:pt x="1462095" y="2063691"/>
                    <a:pt x="1456273" y="2067905"/>
                  </a:cubicBezTo>
                  <a:cubicBezTo>
                    <a:pt x="1450419" y="2072119"/>
                    <a:pt x="1454108" y="2065412"/>
                    <a:pt x="1451731" y="2069626"/>
                  </a:cubicBezTo>
                  <a:cubicBezTo>
                    <a:pt x="1449353" y="2073841"/>
                    <a:pt x="1440809" y="2079793"/>
                    <a:pt x="1441908" y="2078793"/>
                  </a:cubicBezTo>
                  <a:cubicBezTo>
                    <a:pt x="1442941" y="2077809"/>
                    <a:pt x="1445565" y="2085975"/>
                    <a:pt x="1445565" y="2089943"/>
                  </a:cubicBezTo>
                  <a:cubicBezTo>
                    <a:pt x="1445565" y="2093911"/>
                    <a:pt x="1444794" y="2095878"/>
                    <a:pt x="1444794" y="2105553"/>
                  </a:cubicBezTo>
                  <a:cubicBezTo>
                    <a:pt x="1444794" y="2115211"/>
                    <a:pt x="1425886" y="2125115"/>
                    <a:pt x="1425886" y="2125115"/>
                  </a:cubicBezTo>
                  <a:cubicBezTo>
                    <a:pt x="1425886" y="2125115"/>
                    <a:pt x="1432807" y="2129099"/>
                    <a:pt x="1442925" y="2129099"/>
                  </a:cubicBezTo>
                  <a:cubicBezTo>
                    <a:pt x="1453075" y="2129099"/>
                    <a:pt x="1465276" y="2129099"/>
                    <a:pt x="1475902" y="2134051"/>
                  </a:cubicBezTo>
                  <a:cubicBezTo>
                    <a:pt x="1486562" y="2139003"/>
                    <a:pt x="1506781" y="2130083"/>
                    <a:pt x="1521704" y="2137527"/>
                  </a:cubicBezTo>
                  <a:cubicBezTo>
                    <a:pt x="1536578" y="2144955"/>
                    <a:pt x="1531297" y="2149399"/>
                    <a:pt x="1532331" y="2156351"/>
                  </a:cubicBezTo>
                  <a:cubicBezTo>
                    <a:pt x="1533397" y="2163271"/>
                    <a:pt x="1535004" y="2187063"/>
                    <a:pt x="1533987" y="2192507"/>
                  </a:cubicBezTo>
                  <a:cubicBezTo>
                    <a:pt x="1532855" y="2197951"/>
                    <a:pt x="1525919" y="2213315"/>
                    <a:pt x="1522229" y="2224219"/>
                  </a:cubicBezTo>
                  <a:cubicBezTo>
                    <a:pt x="1518490" y="2235107"/>
                    <a:pt x="1532855" y="2243043"/>
                    <a:pt x="1546188" y="2251963"/>
                  </a:cubicBezTo>
                  <a:cubicBezTo>
                    <a:pt x="1559487" y="2260883"/>
                    <a:pt x="1571179" y="2264851"/>
                    <a:pt x="1578132" y="2266835"/>
                  </a:cubicBezTo>
                  <a:cubicBezTo>
                    <a:pt x="1584987" y="2268803"/>
                    <a:pt x="1597762" y="2256407"/>
                    <a:pt x="1621212" y="2257899"/>
                  </a:cubicBezTo>
                  <a:cubicBezTo>
                    <a:pt x="1644629" y="2259407"/>
                    <a:pt x="1652566" y="2279215"/>
                    <a:pt x="1652566" y="2279215"/>
                  </a:cubicBezTo>
                  <a:cubicBezTo>
                    <a:pt x="1652566" y="2279215"/>
                    <a:pt x="1655239" y="2266819"/>
                    <a:pt x="1665898" y="2249963"/>
                  </a:cubicBezTo>
                  <a:cubicBezTo>
                    <a:pt x="1676558" y="2233123"/>
                    <a:pt x="1677033" y="2228171"/>
                    <a:pt x="1691399" y="2222711"/>
                  </a:cubicBezTo>
                  <a:cubicBezTo>
                    <a:pt x="1705797" y="2217267"/>
                    <a:pt x="1710552" y="2216266"/>
                    <a:pt x="1734002" y="2208839"/>
                  </a:cubicBezTo>
                  <a:cubicBezTo>
                    <a:pt x="1757404" y="2201394"/>
                    <a:pt x="1753123" y="2206871"/>
                    <a:pt x="1765357" y="2207855"/>
                  </a:cubicBezTo>
                  <a:cubicBezTo>
                    <a:pt x="1777590" y="2208839"/>
                    <a:pt x="1805796" y="2211331"/>
                    <a:pt x="1834002" y="2219743"/>
                  </a:cubicBezTo>
                  <a:cubicBezTo>
                    <a:pt x="1862175" y="2228154"/>
                    <a:pt x="1905287" y="2230647"/>
                    <a:pt x="1921785" y="2237566"/>
                  </a:cubicBezTo>
                  <a:cubicBezTo>
                    <a:pt x="1938314" y="2244502"/>
                    <a:pt x="1945743" y="2263835"/>
                    <a:pt x="1962781" y="2279674"/>
                  </a:cubicBezTo>
                  <a:cubicBezTo>
                    <a:pt x="1979787" y="2295530"/>
                    <a:pt x="2001073" y="2309894"/>
                    <a:pt x="2010108" y="2317339"/>
                  </a:cubicBezTo>
                  <a:cubicBezTo>
                    <a:pt x="2019193" y="2324783"/>
                    <a:pt x="2069718" y="2331719"/>
                    <a:pt x="2080885" y="2336163"/>
                  </a:cubicBezTo>
                  <a:cubicBezTo>
                    <a:pt x="2092053" y="2340623"/>
                    <a:pt x="2107517" y="2358955"/>
                    <a:pt x="2108550" y="2369842"/>
                  </a:cubicBezTo>
                  <a:cubicBezTo>
                    <a:pt x="2109616" y="2380746"/>
                    <a:pt x="2120783" y="2386190"/>
                    <a:pt x="2136166" y="2392634"/>
                  </a:cubicBezTo>
                  <a:cubicBezTo>
                    <a:pt x="2151629" y="2399062"/>
                    <a:pt x="2156418" y="2406507"/>
                    <a:pt x="2166536" y="2426331"/>
                  </a:cubicBezTo>
                  <a:cubicBezTo>
                    <a:pt x="2176687" y="2446155"/>
                    <a:pt x="2173456" y="2451582"/>
                    <a:pt x="2187264" y="2456551"/>
                  </a:cubicBezTo>
                  <a:cubicBezTo>
                    <a:pt x="2201154" y="2461519"/>
                    <a:pt x="2296923" y="2487263"/>
                    <a:pt x="2320832" y="2496675"/>
                  </a:cubicBezTo>
                  <a:cubicBezTo>
                    <a:pt x="2344758" y="2506087"/>
                    <a:pt x="2375095" y="2531355"/>
                    <a:pt x="2383081" y="2534339"/>
                  </a:cubicBezTo>
                  <a:cubicBezTo>
                    <a:pt x="2391100" y="2537290"/>
                    <a:pt x="2405466" y="2531846"/>
                    <a:pt x="2411812" y="2535323"/>
                  </a:cubicBezTo>
                  <a:cubicBezTo>
                    <a:pt x="2418224" y="2538799"/>
                    <a:pt x="2408073" y="2557607"/>
                    <a:pt x="2416092" y="2571019"/>
                  </a:cubicBezTo>
                  <a:cubicBezTo>
                    <a:pt x="2424078" y="2584383"/>
                    <a:pt x="2424587" y="2585383"/>
                    <a:pt x="2419831" y="2595287"/>
                  </a:cubicBezTo>
                  <a:cubicBezTo>
                    <a:pt x="2415026" y="2605207"/>
                    <a:pt x="2395873" y="2629000"/>
                    <a:pt x="2388427" y="2640871"/>
                  </a:cubicBezTo>
                  <a:cubicBezTo>
                    <a:pt x="2380950" y="2652759"/>
                    <a:pt x="2364977" y="2660187"/>
                    <a:pt x="2355974" y="2665156"/>
                  </a:cubicBezTo>
                  <a:cubicBezTo>
                    <a:pt x="2346922" y="2670091"/>
                    <a:pt x="2338936" y="2665156"/>
                    <a:pt x="2346922" y="2675060"/>
                  </a:cubicBezTo>
                  <a:cubicBezTo>
                    <a:pt x="2354876" y="2684947"/>
                    <a:pt x="2347431" y="2693391"/>
                    <a:pt x="2340510" y="2702295"/>
                  </a:cubicBezTo>
                  <a:cubicBezTo>
                    <a:pt x="2333590" y="2711215"/>
                    <a:pt x="2341101" y="2710231"/>
                    <a:pt x="2338936" y="2738976"/>
                  </a:cubicBezTo>
                  <a:cubicBezTo>
                    <a:pt x="2336771" y="2767704"/>
                    <a:pt x="2338936" y="2798924"/>
                    <a:pt x="2335705" y="2811304"/>
                  </a:cubicBezTo>
                  <a:cubicBezTo>
                    <a:pt x="2332524" y="2823700"/>
                    <a:pt x="2313944" y="2800399"/>
                    <a:pt x="2292626" y="2827160"/>
                  </a:cubicBezTo>
                  <a:cubicBezTo>
                    <a:pt x="2271373" y="2853920"/>
                    <a:pt x="2265519" y="2874220"/>
                    <a:pt x="2252761" y="2877204"/>
                  </a:cubicBezTo>
                  <a:cubicBezTo>
                    <a:pt x="2239937" y="2880188"/>
                    <a:pt x="2210190" y="2895044"/>
                    <a:pt x="2200071" y="2904472"/>
                  </a:cubicBezTo>
                  <a:cubicBezTo>
                    <a:pt x="2189921" y="2913884"/>
                    <a:pt x="2187805" y="2917344"/>
                    <a:pt x="2181393" y="2931216"/>
                  </a:cubicBezTo>
                  <a:cubicBezTo>
                    <a:pt x="2175014" y="2945072"/>
                    <a:pt x="2168684" y="2973324"/>
                    <a:pt x="2161764" y="2990672"/>
                  </a:cubicBezTo>
                  <a:cubicBezTo>
                    <a:pt x="2154844" y="3008004"/>
                    <a:pt x="2143660" y="3017908"/>
                    <a:pt x="2118094" y="3041208"/>
                  </a:cubicBezTo>
                  <a:cubicBezTo>
                    <a:pt x="2092561" y="3064476"/>
                    <a:pt x="2081394" y="3088285"/>
                    <a:pt x="2064864" y="3106617"/>
                  </a:cubicBezTo>
                  <a:cubicBezTo>
                    <a:pt x="2048416" y="3124949"/>
                    <a:pt x="2052663" y="3120964"/>
                    <a:pt x="2049186" y="3124440"/>
                  </a:cubicBezTo>
                  <a:cubicBezTo>
                    <a:pt x="2040397" y="3133279"/>
                    <a:pt x="2004090" y="3110175"/>
                    <a:pt x="2013470" y="3122965"/>
                  </a:cubicBezTo>
                  <a:cubicBezTo>
                    <a:pt x="2020390" y="3132377"/>
                    <a:pt x="2009583" y="3122965"/>
                    <a:pt x="2015405" y="3131868"/>
                  </a:cubicBezTo>
                  <a:cubicBezTo>
                    <a:pt x="2021259" y="3140788"/>
                    <a:pt x="2025523" y="3144265"/>
                    <a:pt x="2012765" y="3160121"/>
                  </a:cubicBezTo>
                  <a:cubicBezTo>
                    <a:pt x="2000023" y="3175977"/>
                    <a:pt x="1985248" y="3172828"/>
                    <a:pt x="1975146" y="3175321"/>
                  </a:cubicBezTo>
                  <a:cubicBezTo>
                    <a:pt x="1965028" y="3177797"/>
                    <a:pt x="1949974" y="3164909"/>
                    <a:pt x="1948908" y="3171369"/>
                  </a:cubicBezTo>
                  <a:cubicBezTo>
                    <a:pt x="1947842" y="3177813"/>
                    <a:pt x="1942021" y="3193817"/>
                    <a:pt x="1934002" y="3197785"/>
                  </a:cubicBezTo>
                  <a:cubicBezTo>
                    <a:pt x="1926048" y="3201753"/>
                    <a:pt x="1904763" y="3207705"/>
                    <a:pt x="1905287" y="3210181"/>
                  </a:cubicBezTo>
                  <a:cubicBezTo>
                    <a:pt x="1915356" y="3257126"/>
                    <a:pt x="1936019" y="3262029"/>
                    <a:pt x="1914159" y="3259865"/>
                  </a:cubicBezTo>
                  <a:cubicBezTo>
                    <a:pt x="1854189" y="3253995"/>
                    <a:pt x="1896973" y="3239762"/>
                    <a:pt x="1855255" y="3327093"/>
                  </a:cubicBezTo>
                  <a:cubicBezTo>
                    <a:pt x="1848876" y="3340490"/>
                    <a:pt x="1842546" y="3333537"/>
                    <a:pt x="1843562" y="3349377"/>
                  </a:cubicBezTo>
                  <a:cubicBezTo>
                    <a:pt x="1844628" y="3365250"/>
                    <a:pt x="1843562" y="3377137"/>
                    <a:pt x="1852106" y="3387057"/>
                  </a:cubicBezTo>
                  <a:cubicBezTo>
                    <a:pt x="1860634" y="3396961"/>
                    <a:pt x="1854747" y="3396469"/>
                    <a:pt x="1840381" y="3409833"/>
                  </a:cubicBezTo>
                  <a:cubicBezTo>
                    <a:pt x="1826016" y="3423230"/>
                    <a:pt x="1824917" y="3421229"/>
                    <a:pt x="1811651" y="3441545"/>
                  </a:cubicBezTo>
                  <a:cubicBezTo>
                    <a:pt x="1798351" y="3461862"/>
                    <a:pt x="1785609" y="3460861"/>
                    <a:pt x="1790365" y="3476242"/>
                  </a:cubicBezTo>
                  <a:cubicBezTo>
                    <a:pt x="1795121" y="3491589"/>
                    <a:pt x="1796186" y="3514382"/>
                    <a:pt x="1804205" y="3537174"/>
                  </a:cubicBezTo>
                  <a:cubicBezTo>
                    <a:pt x="1812159" y="3559966"/>
                    <a:pt x="1828672" y="3555998"/>
                    <a:pt x="1854730" y="3571854"/>
                  </a:cubicBezTo>
                  <a:cubicBezTo>
                    <a:pt x="1880771" y="3587710"/>
                    <a:pt x="1884002" y="3579281"/>
                    <a:pt x="1896793" y="3583250"/>
                  </a:cubicBezTo>
                  <a:cubicBezTo>
                    <a:pt x="1909584" y="3587218"/>
                    <a:pt x="1887708" y="3588235"/>
                    <a:pt x="1864848" y="3592153"/>
                  </a:cubicBezTo>
                  <a:cubicBezTo>
                    <a:pt x="1841955" y="3596121"/>
                    <a:pt x="1827082" y="3600565"/>
                    <a:pt x="1811109" y="3597138"/>
                  </a:cubicBezTo>
                  <a:cubicBezTo>
                    <a:pt x="1795137" y="3593662"/>
                    <a:pt x="1757404" y="3571854"/>
                    <a:pt x="1744612" y="3562442"/>
                  </a:cubicBezTo>
                  <a:cubicBezTo>
                    <a:pt x="1731821" y="3553046"/>
                    <a:pt x="1711126" y="3536190"/>
                    <a:pt x="1703616" y="3519842"/>
                  </a:cubicBezTo>
                  <a:cubicBezTo>
                    <a:pt x="1696187" y="3503477"/>
                    <a:pt x="1690874" y="3487146"/>
                    <a:pt x="1681313" y="3464846"/>
                  </a:cubicBezTo>
                  <a:cubicBezTo>
                    <a:pt x="1671720" y="3442546"/>
                    <a:pt x="1678607" y="3428674"/>
                    <a:pt x="1682920" y="3379630"/>
                  </a:cubicBezTo>
                  <a:cubicBezTo>
                    <a:pt x="1687168" y="3330569"/>
                    <a:pt x="1690349" y="3292413"/>
                    <a:pt x="1697286" y="3266161"/>
                  </a:cubicBezTo>
                  <a:cubicBezTo>
                    <a:pt x="1704140" y="3239893"/>
                    <a:pt x="1725491" y="3122981"/>
                    <a:pt x="1731280" y="3092745"/>
                  </a:cubicBezTo>
                  <a:cubicBezTo>
                    <a:pt x="1737184" y="3062525"/>
                    <a:pt x="1764324" y="2939661"/>
                    <a:pt x="1766406" y="2920328"/>
                  </a:cubicBezTo>
                  <a:cubicBezTo>
                    <a:pt x="1768489" y="2901012"/>
                    <a:pt x="1770145" y="2886140"/>
                    <a:pt x="1774393" y="2866824"/>
                  </a:cubicBezTo>
                  <a:cubicBezTo>
                    <a:pt x="1778673" y="2847492"/>
                    <a:pt x="1776000" y="2808352"/>
                    <a:pt x="1776000" y="2806384"/>
                  </a:cubicBezTo>
                  <a:cubicBezTo>
                    <a:pt x="1776000" y="2804417"/>
                    <a:pt x="1774393" y="2802908"/>
                    <a:pt x="1768489" y="2784593"/>
                  </a:cubicBezTo>
                  <a:cubicBezTo>
                    <a:pt x="1762700" y="2766277"/>
                    <a:pt x="1753107" y="2758816"/>
                    <a:pt x="1739840" y="2750896"/>
                  </a:cubicBezTo>
                  <a:cubicBezTo>
                    <a:pt x="1726541" y="2742960"/>
                    <a:pt x="1712651" y="2733073"/>
                    <a:pt x="1702025" y="2725628"/>
                  </a:cubicBezTo>
                  <a:cubicBezTo>
                    <a:pt x="1691366" y="2718200"/>
                    <a:pt x="1678575" y="2707788"/>
                    <a:pt x="1667948" y="2694424"/>
                  </a:cubicBezTo>
                  <a:cubicBezTo>
                    <a:pt x="1657289" y="2681044"/>
                    <a:pt x="1647171" y="2653792"/>
                    <a:pt x="1641907" y="2642396"/>
                  </a:cubicBezTo>
                  <a:cubicBezTo>
                    <a:pt x="1636561" y="2631000"/>
                    <a:pt x="1616883" y="2592368"/>
                    <a:pt x="1598827" y="2565608"/>
                  </a:cubicBezTo>
                  <a:cubicBezTo>
                    <a:pt x="1580723" y="2538864"/>
                    <a:pt x="1579625" y="2538356"/>
                    <a:pt x="1570622" y="2510104"/>
                  </a:cubicBezTo>
                  <a:cubicBezTo>
                    <a:pt x="1561570" y="2481868"/>
                    <a:pt x="1578575" y="2481392"/>
                    <a:pt x="1581789" y="2465520"/>
                  </a:cubicBezTo>
                  <a:cubicBezTo>
                    <a:pt x="1584938" y="2449680"/>
                    <a:pt x="1595597" y="2433808"/>
                    <a:pt x="1607322" y="2411508"/>
                  </a:cubicBezTo>
                  <a:cubicBezTo>
                    <a:pt x="1619014" y="2389207"/>
                    <a:pt x="1634462" y="2382763"/>
                    <a:pt x="1643481" y="2362956"/>
                  </a:cubicBezTo>
                  <a:cubicBezTo>
                    <a:pt x="1652533" y="2343131"/>
                    <a:pt x="1645646" y="2343131"/>
                    <a:pt x="1642415" y="2323815"/>
                  </a:cubicBezTo>
                  <a:cubicBezTo>
                    <a:pt x="1639234" y="2304483"/>
                    <a:pt x="1643481" y="2307468"/>
                    <a:pt x="1637578" y="2297055"/>
                  </a:cubicBezTo>
                  <a:cubicBezTo>
                    <a:pt x="1631756" y="2286660"/>
                    <a:pt x="1628608" y="2273788"/>
                    <a:pt x="1623294" y="2270311"/>
                  </a:cubicBezTo>
                  <a:cubicBezTo>
                    <a:pt x="1617948" y="2266835"/>
                    <a:pt x="1609995" y="2264359"/>
                    <a:pt x="1605157" y="2269803"/>
                  </a:cubicBezTo>
                  <a:cubicBezTo>
                    <a:pt x="1600402" y="2275247"/>
                    <a:pt x="1591891" y="2291120"/>
                    <a:pt x="1586545" y="2292103"/>
                  </a:cubicBezTo>
                  <a:cubicBezTo>
                    <a:pt x="1581264" y="2293087"/>
                    <a:pt x="1579116" y="2287135"/>
                    <a:pt x="1575918" y="2283675"/>
                  </a:cubicBezTo>
                  <a:cubicBezTo>
                    <a:pt x="1572688" y="2280215"/>
                    <a:pt x="1557306" y="2280215"/>
                    <a:pt x="1554075" y="2276739"/>
                  </a:cubicBezTo>
                  <a:cubicBezTo>
                    <a:pt x="1550894" y="2273279"/>
                    <a:pt x="1542941" y="2272771"/>
                    <a:pt x="1537627" y="2270311"/>
                  </a:cubicBezTo>
                  <a:cubicBezTo>
                    <a:pt x="1532281" y="2267836"/>
                    <a:pt x="1511504" y="2256915"/>
                    <a:pt x="1505650" y="2251963"/>
                  </a:cubicBezTo>
                  <a:cubicBezTo>
                    <a:pt x="1499828" y="2247011"/>
                    <a:pt x="1492383" y="2235107"/>
                    <a:pt x="1492383" y="2222235"/>
                  </a:cubicBezTo>
                  <a:cubicBezTo>
                    <a:pt x="1492383" y="2209363"/>
                    <a:pt x="1481249" y="2204395"/>
                    <a:pt x="1456224" y="2186571"/>
                  </a:cubicBezTo>
                  <a:cubicBezTo>
                    <a:pt x="1431167" y="2168715"/>
                    <a:pt x="1420540" y="2166255"/>
                    <a:pt x="1390203" y="2158811"/>
                  </a:cubicBezTo>
                  <a:cubicBezTo>
                    <a:pt x="1359865" y="2151383"/>
                    <a:pt x="1347664" y="2130083"/>
                    <a:pt x="1337513" y="2124131"/>
                  </a:cubicBezTo>
                  <a:cubicBezTo>
                    <a:pt x="1327395" y="2118179"/>
                    <a:pt x="1328461" y="2111734"/>
                    <a:pt x="1306110" y="2114227"/>
                  </a:cubicBezTo>
                  <a:cubicBezTo>
                    <a:pt x="1283791" y="2116703"/>
                    <a:pt x="1256651" y="2104323"/>
                    <a:pt x="1239580" y="2097403"/>
                  </a:cubicBezTo>
                  <a:cubicBezTo>
                    <a:pt x="1222624" y="2090451"/>
                    <a:pt x="1192253" y="2085515"/>
                    <a:pt x="1179462" y="2077071"/>
                  </a:cubicBezTo>
                  <a:cubicBezTo>
                    <a:pt x="1166753" y="2068643"/>
                    <a:pt x="1144369" y="2065675"/>
                    <a:pt x="1134808" y="2045359"/>
                  </a:cubicBezTo>
                  <a:cubicBezTo>
                    <a:pt x="1125215" y="2025043"/>
                    <a:pt x="1126789" y="2032962"/>
                    <a:pt x="1130528" y="2015122"/>
                  </a:cubicBezTo>
                  <a:cubicBezTo>
                    <a:pt x="1134300" y="1997298"/>
                    <a:pt x="1108734" y="1982426"/>
                    <a:pt x="1093303" y="1965586"/>
                  </a:cubicBezTo>
                  <a:cubicBezTo>
                    <a:pt x="1077872" y="1948730"/>
                    <a:pt x="1066147" y="1946270"/>
                    <a:pt x="1058161" y="1925446"/>
                  </a:cubicBezTo>
                  <a:cubicBezTo>
                    <a:pt x="1050175" y="1904638"/>
                    <a:pt x="1038531" y="1905622"/>
                    <a:pt x="1023067" y="1890766"/>
                  </a:cubicBezTo>
                  <a:cubicBezTo>
                    <a:pt x="1007652" y="1875894"/>
                    <a:pt x="1007062" y="1857070"/>
                    <a:pt x="1000716" y="1840230"/>
                  </a:cubicBezTo>
                  <a:cubicBezTo>
                    <a:pt x="994337" y="1823390"/>
                    <a:pt x="951766" y="1799106"/>
                    <a:pt x="951766" y="1799106"/>
                  </a:cubicBezTo>
                  <a:cubicBezTo>
                    <a:pt x="951766" y="1799106"/>
                    <a:pt x="962900" y="1827358"/>
                    <a:pt x="967738" y="1838754"/>
                  </a:cubicBezTo>
                  <a:cubicBezTo>
                    <a:pt x="972494" y="1850150"/>
                    <a:pt x="983677" y="1877386"/>
                    <a:pt x="996469" y="1897702"/>
                  </a:cubicBezTo>
                  <a:cubicBezTo>
                    <a:pt x="1009210" y="1918018"/>
                    <a:pt x="1020394" y="1922954"/>
                    <a:pt x="1032119" y="1943286"/>
                  </a:cubicBezTo>
                  <a:cubicBezTo>
                    <a:pt x="1043812" y="1963602"/>
                    <a:pt x="1032677" y="1975982"/>
                    <a:pt x="1028348" y="1968062"/>
                  </a:cubicBezTo>
                  <a:cubicBezTo>
                    <a:pt x="1024100" y="1960126"/>
                    <a:pt x="1007062" y="1956666"/>
                    <a:pt x="1007062" y="1947254"/>
                  </a:cubicBezTo>
                  <a:cubicBezTo>
                    <a:pt x="1007062" y="1937826"/>
                    <a:pt x="1002880" y="1931890"/>
                    <a:pt x="999109" y="1924462"/>
                  </a:cubicBezTo>
                  <a:cubicBezTo>
                    <a:pt x="995403" y="1917018"/>
                    <a:pt x="978922" y="1908590"/>
                    <a:pt x="962917" y="1895718"/>
                  </a:cubicBezTo>
                  <a:cubicBezTo>
                    <a:pt x="946977" y="1882846"/>
                    <a:pt x="935842" y="1876894"/>
                    <a:pt x="945878" y="1876894"/>
                  </a:cubicBezTo>
                  <a:cubicBezTo>
                    <a:pt x="955996" y="1876894"/>
                    <a:pt x="970395" y="1886306"/>
                    <a:pt x="967754" y="1880370"/>
                  </a:cubicBezTo>
                  <a:cubicBezTo>
                    <a:pt x="965081" y="1874435"/>
                    <a:pt x="946977" y="1856086"/>
                    <a:pt x="938450" y="1843214"/>
                  </a:cubicBezTo>
                  <a:cubicBezTo>
                    <a:pt x="929988" y="1830343"/>
                    <a:pt x="927282" y="1815962"/>
                    <a:pt x="918738" y="1794187"/>
                  </a:cubicBezTo>
                  <a:cubicBezTo>
                    <a:pt x="910244" y="1772379"/>
                    <a:pt x="878873" y="1751570"/>
                    <a:pt x="863425" y="1750078"/>
                  </a:cubicBezTo>
                  <a:cubicBezTo>
                    <a:pt x="848043" y="1748586"/>
                    <a:pt x="843747" y="1741158"/>
                    <a:pt x="838434" y="1725319"/>
                  </a:cubicBezTo>
                  <a:cubicBezTo>
                    <a:pt x="833153" y="1709463"/>
                    <a:pt x="832055" y="1692623"/>
                    <a:pt x="825134" y="1680210"/>
                  </a:cubicBezTo>
                  <a:cubicBezTo>
                    <a:pt x="818214" y="1667830"/>
                    <a:pt x="788434" y="1626214"/>
                    <a:pt x="787909" y="1610374"/>
                  </a:cubicBezTo>
                  <a:cubicBezTo>
                    <a:pt x="787319" y="1594502"/>
                    <a:pt x="778824" y="1548426"/>
                    <a:pt x="789483" y="1522666"/>
                  </a:cubicBezTo>
                  <a:cubicBezTo>
                    <a:pt x="800110" y="1496906"/>
                    <a:pt x="797437" y="1439434"/>
                    <a:pt x="795863" y="1428038"/>
                  </a:cubicBezTo>
                  <a:cubicBezTo>
                    <a:pt x="794256" y="1416642"/>
                    <a:pt x="775085" y="1394850"/>
                    <a:pt x="775085" y="1386422"/>
                  </a:cubicBezTo>
                  <a:cubicBezTo>
                    <a:pt x="775085" y="1378010"/>
                    <a:pt x="786302" y="1382962"/>
                    <a:pt x="794829" y="1385422"/>
                  </a:cubicBezTo>
                  <a:cubicBezTo>
                    <a:pt x="803291" y="1387914"/>
                    <a:pt x="821395" y="1395342"/>
                    <a:pt x="821395" y="1395342"/>
                  </a:cubicBezTo>
                  <a:cubicBezTo>
                    <a:pt x="821395" y="1395342"/>
                    <a:pt x="807588" y="1369582"/>
                    <a:pt x="799077" y="1360662"/>
                  </a:cubicBezTo>
                  <a:cubicBezTo>
                    <a:pt x="790500" y="1351742"/>
                    <a:pt x="765525" y="1340346"/>
                    <a:pt x="754341" y="1337870"/>
                  </a:cubicBezTo>
                  <a:cubicBezTo>
                    <a:pt x="743173" y="1335394"/>
                    <a:pt x="728808" y="1331442"/>
                    <a:pt x="722937" y="1322030"/>
                  </a:cubicBezTo>
                  <a:cubicBezTo>
                    <a:pt x="717116" y="1312618"/>
                    <a:pt x="710737" y="1300222"/>
                    <a:pt x="706457" y="1292302"/>
                  </a:cubicBezTo>
                  <a:cubicBezTo>
                    <a:pt x="702242" y="1284382"/>
                    <a:pt x="684072" y="1274970"/>
                    <a:pt x="679858" y="1266542"/>
                  </a:cubicBezTo>
                  <a:cubicBezTo>
                    <a:pt x="675611" y="1258114"/>
                    <a:pt x="676676" y="1241766"/>
                    <a:pt x="670838" y="1233338"/>
                  </a:cubicBezTo>
                  <a:cubicBezTo>
                    <a:pt x="664984" y="1224926"/>
                    <a:pt x="656408" y="1219974"/>
                    <a:pt x="646847" y="1223434"/>
                  </a:cubicBezTo>
                  <a:cubicBezTo>
                    <a:pt x="637254" y="1226894"/>
                    <a:pt x="634105" y="1218482"/>
                    <a:pt x="626660" y="1206086"/>
                  </a:cubicBezTo>
                  <a:cubicBezTo>
                    <a:pt x="619182" y="1193706"/>
                    <a:pt x="602702" y="1187754"/>
                    <a:pt x="597897" y="1186294"/>
                  </a:cubicBezTo>
                  <a:cubicBezTo>
                    <a:pt x="593141" y="1184786"/>
                    <a:pt x="576644" y="1162994"/>
                    <a:pt x="575595" y="1157550"/>
                  </a:cubicBezTo>
                  <a:cubicBezTo>
                    <a:pt x="574496" y="1152090"/>
                    <a:pt x="548405" y="1123345"/>
                    <a:pt x="539944" y="1117410"/>
                  </a:cubicBezTo>
                  <a:cubicBezTo>
                    <a:pt x="531367" y="1111457"/>
                    <a:pt x="448947" y="1084714"/>
                    <a:pt x="446848" y="1084714"/>
                  </a:cubicBezTo>
                  <a:cubicBezTo>
                    <a:pt x="444683" y="1084714"/>
                    <a:pt x="420725" y="1088174"/>
                    <a:pt x="414346" y="1086206"/>
                  </a:cubicBezTo>
                  <a:cubicBezTo>
                    <a:pt x="407934" y="1084205"/>
                    <a:pt x="386140" y="1065381"/>
                    <a:pt x="375005" y="1061430"/>
                  </a:cubicBezTo>
                  <a:cubicBezTo>
                    <a:pt x="363788" y="1057462"/>
                    <a:pt x="355769" y="1065890"/>
                    <a:pt x="350489" y="1078270"/>
                  </a:cubicBezTo>
                  <a:cubicBezTo>
                    <a:pt x="345176" y="1090649"/>
                    <a:pt x="319085" y="1111966"/>
                    <a:pt x="304736" y="1121378"/>
                  </a:cubicBezTo>
                  <a:cubicBezTo>
                    <a:pt x="290371" y="1130806"/>
                    <a:pt x="278646" y="1131774"/>
                    <a:pt x="279712" y="1126822"/>
                  </a:cubicBezTo>
                  <a:cubicBezTo>
                    <a:pt x="280778" y="1121870"/>
                    <a:pt x="280220" y="1113950"/>
                    <a:pt x="285058" y="1102046"/>
                  </a:cubicBezTo>
                  <a:cubicBezTo>
                    <a:pt x="289813" y="1090158"/>
                    <a:pt x="292503" y="1086681"/>
                    <a:pt x="307360" y="1079254"/>
                  </a:cubicBezTo>
                  <a:cubicBezTo>
                    <a:pt x="322316" y="1071826"/>
                    <a:pt x="321725" y="1071317"/>
                    <a:pt x="315904" y="1071826"/>
                  </a:cubicBezTo>
                  <a:cubicBezTo>
                    <a:pt x="310082" y="1072301"/>
                    <a:pt x="305753" y="1070825"/>
                    <a:pt x="317511" y="1063889"/>
                  </a:cubicBezTo>
                  <a:cubicBezTo>
                    <a:pt x="329203" y="1056937"/>
                    <a:pt x="333959" y="1055953"/>
                    <a:pt x="333451" y="1050017"/>
                  </a:cubicBezTo>
                  <a:cubicBezTo>
                    <a:pt x="332909" y="1044065"/>
                    <a:pt x="307918" y="1057953"/>
                    <a:pt x="291913" y="1070825"/>
                  </a:cubicBezTo>
                  <a:cubicBezTo>
                    <a:pt x="275973" y="1083697"/>
                    <a:pt x="266412" y="1092617"/>
                    <a:pt x="252572" y="1115409"/>
                  </a:cubicBezTo>
                  <a:cubicBezTo>
                    <a:pt x="238731" y="1138201"/>
                    <a:pt x="254179" y="1129773"/>
                    <a:pt x="242503" y="1144645"/>
                  </a:cubicBezTo>
                  <a:cubicBezTo>
                    <a:pt x="230778" y="1159501"/>
                    <a:pt x="190880" y="1189705"/>
                    <a:pt x="179204" y="1201117"/>
                  </a:cubicBezTo>
                  <a:cubicBezTo>
                    <a:pt x="167446" y="1212513"/>
                    <a:pt x="119086" y="1237781"/>
                    <a:pt x="99342" y="1243734"/>
                  </a:cubicBezTo>
                  <a:cubicBezTo>
                    <a:pt x="79631" y="1249669"/>
                    <a:pt x="71677" y="1252145"/>
                    <a:pt x="62117" y="1260065"/>
                  </a:cubicBezTo>
                  <a:cubicBezTo>
                    <a:pt x="52524" y="1267969"/>
                    <a:pt x="28598" y="1270461"/>
                    <a:pt x="36551" y="1265017"/>
                  </a:cubicBezTo>
                  <a:cubicBezTo>
                    <a:pt x="44570" y="1259557"/>
                    <a:pt x="59444" y="1247161"/>
                    <a:pt x="69595" y="1241241"/>
                  </a:cubicBezTo>
                  <a:cubicBezTo>
                    <a:pt x="79631" y="1235289"/>
                    <a:pt x="106820" y="1224385"/>
                    <a:pt x="114773" y="1221417"/>
                  </a:cubicBezTo>
                  <a:cubicBezTo>
                    <a:pt x="122792" y="1218449"/>
                    <a:pt x="145111" y="1204561"/>
                    <a:pt x="156311" y="1192181"/>
                  </a:cubicBezTo>
                  <a:cubicBezTo>
                    <a:pt x="167446" y="1179785"/>
                    <a:pt x="174957" y="1165421"/>
                    <a:pt x="182402" y="1153549"/>
                  </a:cubicBezTo>
                  <a:cubicBezTo>
                    <a:pt x="189830" y="1141645"/>
                    <a:pt x="191405" y="1136201"/>
                    <a:pt x="176023" y="1141153"/>
                  </a:cubicBezTo>
                  <a:cubicBezTo>
                    <a:pt x="160526" y="1146105"/>
                    <a:pt x="144586" y="1144137"/>
                    <a:pt x="136633" y="1141153"/>
                  </a:cubicBezTo>
                  <a:cubicBezTo>
                    <a:pt x="128614" y="1138185"/>
                    <a:pt x="107837" y="1150565"/>
                    <a:pt x="100408" y="1145121"/>
                  </a:cubicBezTo>
                  <a:cubicBezTo>
                    <a:pt x="92963" y="1139661"/>
                    <a:pt x="100998" y="1128265"/>
                    <a:pt x="96161" y="1122821"/>
                  </a:cubicBezTo>
                  <a:cubicBezTo>
                    <a:pt x="91405" y="1117377"/>
                    <a:pt x="74875" y="1120837"/>
                    <a:pt x="64249" y="1118853"/>
                  </a:cubicBezTo>
                  <a:cubicBezTo>
                    <a:pt x="53589" y="1116869"/>
                    <a:pt x="38716" y="1108457"/>
                    <a:pt x="38716" y="1093601"/>
                  </a:cubicBezTo>
                  <a:cubicBezTo>
                    <a:pt x="38716" y="1078729"/>
                    <a:pt x="28089" y="1065857"/>
                    <a:pt x="33911" y="1054461"/>
                  </a:cubicBezTo>
                  <a:cubicBezTo>
                    <a:pt x="39765" y="1043065"/>
                    <a:pt x="48309" y="1040081"/>
                    <a:pt x="57837" y="1033653"/>
                  </a:cubicBezTo>
                  <a:cubicBezTo>
                    <a:pt x="67430" y="1027209"/>
                    <a:pt x="93996" y="1018797"/>
                    <a:pt x="99342" y="1018797"/>
                  </a:cubicBezTo>
                  <a:cubicBezTo>
                    <a:pt x="104721" y="1018797"/>
                    <a:pt x="112166" y="1013353"/>
                    <a:pt x="116921" y="1008401"/>
                  </a:cubicBezTo>
                  <a:cubicBezTo>
                    <a:pt x="121677" y="1003449"/>
                    <a:pt x="105754" y="985609"/>
                    <a:pt x="105754" y="985609"/>
                  </a:cubicBezTo>
                  <a:cubicBezTo>
                    <a:pt x="105754" y="985609"/>
                    <a:pt x="108427" y="983625"/>
                    <a:pt x="114773" y="979657"/>
                  </a:cubicBezTo>
                  <a:cubicBezTo>
                    <a:pt x="121185" y="975705"/>
                    <a:pt x="116413" y="967277"/>
                    <a:pt x="105213" y="968769"/>
                  </a:cubicBezTo>
                  <a:cubicBezTo>
                    <a:pt x="93996" y="970261"/>
                    <a:pt x="70119" y="981657"/>
                    <a:pt x="55213" y="985609"/>
                  </a:cubicBezTo>
                  <a:cubicBezTo>
                    <a:pt x="40306" y="989561"/>
                    <a:pt x="20120" y="987101"/>
                    <a:pt x="20628" y="980657"/>
                  </a:cubicBezTo>
                  <a:cubicBezTo>
                    <a:pt x="21186" y="974213"/>
                    <a:pt x="24367" y="970261"/>
                    <a:pt x="19021" y="965309"/>
                  </a:cubicBezTo>
                  <a:cubicBezTo>
                    <a:pt x="13740" y="960341"/>
                    <a:pt x="9460" y="954881"/>
                    <a:pt x="14774" y="952421"/>
                  </a:cubicBezTo>
                  <a:cubicBezTo>
                    <a:pt x="20120" y="949945"/>
                    <a:pt x="53097" y="931613"/>
                    <a:pt x="53097" y="931613"/>
                  </a:cubicBezTo>
                  <a:cubicBezTo>
                    <a:pt x="53097" y="931613"/>
                    <a:pt x="64790" y="944485"/>
                    <a:pt x="77564" y="945961"/>
                  </a:cubicBezTo>
                  <a:cubicBezTo>
                    <a:pt x="90355" y="947453"/>
                    <a:pt x="117463" y="923677"/>
                    <a:pt x="117463" y="923677"/>
                  </a:cubicBezTo>
                  <a:cubicBezTo>
                    <a:pt x="100424" y="913281"/>
                    <a:pt x="104196" y="910297"/>
                    <a:pt x="104196" y="910297"/>
                  </a:cubicBezTo>
                  <a:cubicBezTo>
                    <a:pt x="104196" y="910297"/>
                    <a:pt x="76499" y="909805"/>
                    <a:pt x="70119" y="905837"/>
                  </a:cubicBezTo>
                  <a:cubicBezTo>
                    <a:pt x="63740" y="901869"/>
                    <a:pt x="61576" y="893949"/>
                    <a:pt x="60001" y="887029"/>
                  </a:cubicBezTo>
                  <a:cubicBezTo>
                    <a:pt x="58427" y="880093"/>
                    <a:pt x="31271" y="874633"/>
                    <a:pt x="38716" y="863237"/>
                  </a:cubicBezTo>
                  <a:cubicBezTo>
                    <a:pt x="46161" y="851841"/>
                    <a:pt x="60001" y="847889"/>
                    <a:pt x="69053" y="836493"/>
                  </a:cubicBezTo>
                  <a:cubicBezTo>
                    <a:pt x="78106" y="825097"/>
                    <a:pt x="86059" y="803781"/>
                    <a:pt x="112166" y="791877"/>
                  </a:cubicBezTo>
                  <a:cubicBezTo>
                    <a:pt x="138207" y="779989"/>
                    <a:pt x="169611" y="769101"/>
                    <a:pt x="183451" y="759181"/>
                  </a:cubicBezTo>
                  <a:cubicBezTo>
                    <a:pt x="197259" y="749277"/>
                    <a:pt x="203671" y="758705"/>
                    <a:pt x="208984" y="760164"/>
                  </a:cubicBezTo>
                  <a:cubicBezTo>
                    <a:pt x="214297" y="761657"/>
                    <a:pt x="247308" y="758705"/>
                    <a:pt x="260017" y="758705"/>
                  </a:cubicBezTo>
                  <a:cubicBezTo>
                    <a:pt x="272808" y="758705"/>
                    <a:pt x="274956" y="773053"/>
                    <a:pt x="279220" y="776512"/>
                  </a:cubicBezTo>
                  <a:cubicBezTo>
                    <a:pt x="283434" y="779989"/>
                    <a:pt x="395749" y="783481"/>
                    <a:pt x="395749" y="783481"/>
                  </a:cubicBezTo>
                  <a:cubicBezTo>
                    <a:pt x="395749" y="783481"/>
                    <a:pt x="490961" y="784957"/>
                    <a:pt x="510131" y="790417"/>
                  </a:cubicBezTo>
                  <a:cubicBezTo>
                    <a:pt x="529284" y="795877"/>
                    <a:pt x="563837" y="810241"/>
                    <a:pt x="563837" y="810241"/>
                  </a:cubicBezTo>
                  <a:cubicBezTo>
                    <a:pt x="585073" y="807552"/>
                    <a:pt x="583204" y="782038"/>
                    <a:pt x="596208" y="782038"/>
                  </a:cubicBezTo>
                  <a:close/>
                  <a:moveTo>
                    <a:pt x="1875638" y="207317"/>
                  </a:moveTo>
                  <a:cubicBezTo>
                    <a:pt x="1875638" y="207317"/>
                    <a:pt x="1866045" y="246949"/>
                    <a:pt x="1827787" y="257853"/>
                  </a:cubicBezTo>
                  <a:cubicBezTo>
                    <a:pt x="1789463" y="268757"/>
                    <a:pt x="1719194" y="299469"/>
                    <a:pt x="1716013" y="301453"/>
                  </a:cubicBezTo>
                  <a:cubicBezTo>
                    <a:pt x="1712782" y="303437"/>
                    <a:pt x="1720260" y="325229"/>
                    <a:pt x="1729821" y="336150"/>
                  </a:cubicBezTo>
                  <a:cubicBezTo>
                    <a:pt x="1739381" y="347054"/>
                    <a:pt x="1748433" y="354449"/>
                    <a:pt x="1756928" y="365370"/>
                  </a:cubicBezTo>
                  <a:cubicBezTo>
                    <a:pt x="1765472" y="376274"/>
                    <a:pt x="1780378" y="375273"/>
                    <a:pt x="1792054" y="386686"/>
                  </a:cubicBezTo>
                  <a:cubicBezTo>
                    <a:pt x="1803746" y="398082"/>
                    <a:pt x="1812274" y="394097"/>
                    <a:pt x="1844218" y="394622"/>
                  </a:cubicBezTo>
                  <a:cubicBezTo>
                    <a:pt x="1876130" y="395098"/>
                    <a:pt x="1867636" y="397574"/>
                    <a:pt x="1903270" y="399558"/>
                  </a:cubicBezTo>
                  <a:cubicBezTo>
                    <a:pt x="1938921" y="401542"/>
                    <a:pt x="1976179" y="404510"/>
                    <a:pt x="1988413" y="415414"/>
                  </a:cubicBezTo>
                  <a:cubicBezTo>
                    <a:pt x="2000613" y="426318"/>
                    <a:pt x="2018193" y="468934"/>
                    <a:pt x="2029377" y="494694"/>
                  </a:cubicBezTo>
                  <a:cubicBezTo>
                    <a:pt x="2040593" y="520454"/>
                    <a:pt x="2060256" y="563054"/>
                    <a:pt x="2060256" y="567022"/>
                  </a:cubicBezTo>
                  <a:cubicBezTo>
                    <a:pt x="2060256" y="570974"/>
                    <a:pt x="2048022" y="602194"/>
                    <a:pt x="2048022" y="607146"/>
                  </a:cubicBezTo>
                  <a:cubicBezTo>
                    <a:pt x="2048022" y="612114"/>
                    <a:pt x="2054352" y="620526"/>
                    <a:pt x="2060256" y="627462"/>
                  </a:cubicBezTo>
                  <a:cubicBezTo>
                    <a:pt x="2066077" y="634398"/>
                    <a:pt x="2062896" y="639858"/>
                    <a:pt x="2061797" y="646286"/>
                  </a:cubicBezTo>
                  <a:cubicBezTo>
                    <a:pt x="2060764" y="652730"/>
                    <a:pt x="2068209" y="669078"/>
                    <a:pt x="2069308" y="671062"/>
                  </a:cubicBezTo>
                  <a:cubicBezTo>
                    <a:pt x="2070374" y="673046"/>
                    <a:pt x="2086264" y="655222"/>
                    <a:pt x="2096415" y="652238"/>
                  </a:cubicBezTo>
                  <a:cubicBezTo>
                    <a:pt x="2106533" y="649270"/>
                    <a:pt x="2131541" y="670078"/>
                    <a:pt x="2131541" y="684442"/>
                  </a:cubicBezTo>
                  <a:cubicBezTo>
                    <a:pt x="2131541" y="717023"/>
                    <a:pt x="2140413" y="705923"/>
                    <a:pt x="2087396" y="744407"/>
                  </a:cubicBezTo>
                  <a:cubicBezTo>
                    <a:pt x="2080360" y="749473"/>
                    <a:pt x="2073555" y="788482"/>
                    <a:pt x="2078852" y="807306"/>
                  </a:cubicBezTo>
                  <a:cubicBezTo>
                    <a:pt x="2084165" y="826130"/>
                    <a:pt x="2096907" y="848430"/>
                    <a:pt x="2107025" y="875191"/>
                  </a:cubicBezTo>
                  <a:cubicBezTo>
                    <a:pt x="2117143" y="901934"/>
                    <a:pt x="2146923" y="939582"/>
                    <a:pt x="2156516" y="956930"/>
                  </a:cubicBezTo>
                  <a:cubicBezTo>
                    <a:pt x="2166110" y="974279"/>
                    <a:pt x="2168783" y="998055"/>
                    <a:pt x="2190035" y="1003515"/>
                  </a:cubicBezTo>
                  <a:cubicBezTo>
                    <a:pt x="2211321" y="1008959"/>
                    <a:pt x="2231573" y="1016387"/>
                    <a:pt x="2246972" y="1019846"/>
                  </a:cubicBezTo>
                  <a:cubicBezTo>
                    <a:pt x="2262403" y="1023306"/>
                    <a:pt x="2272505" y="1028275"/>
                    <a:pt x="2279950" y="1013911"/>
                  </a:cubicBezTo>
                  <a:cubicBezTo>
                    <a:pt x="2287428" y="999530"/>
                    <a:pt x="2302301" y="945026"/>
                    <a:pt x="2314568" y="905411"/>
                  </a:cubicBezTo>
                  <a:cubicBezTo>
                    <a:pt x="2326768" y="865779"/>
                    <a:pt x="2313502" y="853874"/>
                    <a:pt x="2342232" y="844971"/>
                  </a:cubicBezTo>
                  <a:cubicBezTo>
                    <a:pt x="2370947" y="836067"/>
                    <a:pt x="2416715" y="818227"/>
                    <a:pt x="2428949" y="812767"/>
                  </a:cubicBezTo>
                  <a:cubicBezTo>
                    <a:pt x="2441215" y="807306"/>
                    <a:pt x="2439067" y="768183"/>
                    <a:pt x="2466207" y="755294"/>
                  </a:cubicBezTo>
                  <a:cubicBezTo>
                    <a:pt x="2493396" y="742423"/>
                    <a:pt x="2497053" y="743423"/>
                    <a:pt x="2523652" y="734995"/>
                  </a:cubicBezTo>
                  <a:cubicBezTo>
                    <a:pt x="2550250" y="726567"/>
                    <a:pt x="2587508" y="709727"/>
                    <a:pt x="2614107" y="690903"/>
                  </a:cubicBezTo>
                  <a:cubicBezTo>
                    <a:pt x="2640739" y="672062"/>
                    <a:pt x="2648184" y="681999"/>
                    <a:pt x="2657777" y="664634"/>
                  </a:cubicBezTo>
                  <a:cubicBezTo>
                    <a:pt x="2667370" y="647303"/>
                    <a:pt x="2648184" y="622018"/>
                    <a:pt x="2646085" y="596258"/>
                  </a:cubicBezTo>
                  <a:cubicBezTo>
                    <a:pt x="2643920" y="570515"/>
                    <a:pt x="2654579" y="569006"/>
                    <a:pt x="2659860" y="545722"/>
                  </a:cubicBezTo>
                  <a:cubicBezTo>
                    <a:pt x="2665206" y="522438"/>
                    <a:pt x="2667879" y="507074"/>
                    <a:pt x="2688590" y="491234"/>
                  </a:cubicBezTo>
                  <a:cubicBezTo>
                    <a:pt x="2709368" y="475378"/>
                    <a:pt x="2720502" y="466475"/>
                    <a:pt x="2716796" y="451602"/>
                  </a:cubicBezTo>
                  <a:cubicBezTo>
                    <a:pt x="2713057" y="436746"/>
                    <a:pt x="2702431" y="414446"/>
                    <a:pt x="2702431" y="398098"/>
                  </a:cubicBezTo>
                  <a:cubicBezTo>
                    <a:pt x="2702431" y="381718"/>
                    <a:pt x="2706203" y="391162"/>
                    <a:pt x="2697675" y="368370"/>
                  </a:cubicBezTo>
                  <a:cubicBezTo>
                    <a:pt x="2689181" y="345578"/>
                    <a:pt x="2689181" y="342594"/>
                    <a:pt x="2697118" y="321294"/>
                  </a:cubicBezTo>
                  <a:cubicBezTo>
                    <a:pt x="2705104" y="299994"/>
                    <a:pt x="2726389" y="305438"/>
                    <a:pt x="2724815" y="296026"/>
                  </a:cubicBezTo>
                  <a:cubicBezTo>
                    <a:pt x="2723175" y="286614"/>
                    <a:pt x="2690738" y="272250"/>
                    <a:pt x="2690230" y="245982"/>
                  </a:cubicBezTo>
                  <a:cubicBezTo>
                    <a:pt x="2689673" y="219730"/>
                    <a:pt x="2696084" y="211794"/>
                    <a:pt x="2701365" y="205366"/>
                  </a:cubicBezTo>
                  <a:cubicBezTo>
                    <a:pt x="2706711" y="198905"/>
                    <a:pt x="2760974" y="155814"/>
                    <a:pt x="2764713" y="151846"/>
                  </a:cubicBezTo>
                  <a:cubicBezTo>
                    <a:pt x="2768419" y="147877"/>
                    <a:pt x="2763647" y="136973"/>
                    <a:pt x="2790246" y="124102"/>
                  </a:cubicBezTo>
                  <a:cubicBezTo>
                    <a:pt x="2816845" y="111213"/>
                    <a:pt x="2825897" y="102802"/>
                    <a:pt x="2835999" y="98850"/>
                  </a:cubicBezTo>
                  <a:cubicBezTo>
                    <a:pt x="2846117" y="94882"/>
                    <a:pt x="2862089" y="95374"/>
                    <a:pt x="2831194" y="86454"/>
                  </a:cubicBezTo>
                  <a:cubicBezTo>
                    <a:pt x="2800315" y="77534"/>
                    <a:pt x="2793427" y="73565"/>
                    <a:pt x="2773241" y="76058"/>
                  </a:cubicBezTo>
                  <a:cubicBezTo>
                    <a:pt x="2753021" y="78534"/>
                    <a:pt x="2746101" y="89946"/>
                    <a:pt x="2709859" y="93406"/>
                  </a:cubicBezTo>
                  <a:cubicBezTo>
                    <a:pt x="2673700" y="96866"/>
                    <a:pt x="2632736" y="113706"/>
                    <a:pt x="2632736" y="113706"/>
                  </a:cubicBezTo>
                  <a:cubicBezTo>
                    <a:pt x="2632736" y="113706"/>
                    <a:pt x="2644970" y="102802"/>
                    <a:pt x="2634310" y="92389"/>
                  </a:cubicBezTo>
                  <a:cubicBezTo>
                    <a:pt x="2623684" y="81994"/>
                    <a:pt x="2662008" y="47805"/>
                    <a:pt x="2668420" y="43837"/>
                  </a:cubicBezTo>
                  <a:cubicBezTo>
                    <a:pt x="2674717" y="39886"/>
                    <a:pt x="2618371" y="26014"/>
                    <a:pt x="2589066" y="20570"/>
                  </a:cubicBezTo>
                  <a:cubicBezTo>
                    <a:pt x="2559827" y="15126"/>
                    <a:pt x="2502382" y="-2222"/>
                    <a:pt x="2469421" y="237"/>
                  </a:cubicBezTo>
                  <a:cubicBezTo>
                    <a:pt x="2436377" y="2713"/>
                    <a:pt x="2388017" y="2238"/>
                    <a:pt x="2371488" y="7682"/>
                  </a:cubicBezTo>
                  <a:cubicBezTo>
                    <a:pt x="2354958" y="13109"/>
                    <a:pt x="2357122" y="34425"/>
                    <a:pt x="2338510" y="35426"/>
                  </a:cubicBezTo>
                  <a:cubicBezTo>
                    <a:pt x="2319864" y="36409"/>
                    <a:pt x="2285312" y="24521"/>
                    <a:pt x="2258681" y="28473"/>
                  </a:cubicBezTo>
                  <a:cubicBezTo>
                    <a:pt x="2232082" y="32458"/>
                    <a:pt x="2189511" y="50790"/>
                    <a:pt x="2184722" y="51774"/>
                  </a:cubicBezTo>
                  <a:cubicBezTo>
                    <a:pt x="2179917" y="52757"/>
                    <a:pt x="2201236" y="65646"/>
                    <a:pt x="2215060" y="68614"/>
                  </a:cubicBezTo>
                  <a:cubicBezTo>
                    <a:pt x="2228900" y="71598"/>
                    <a:pt x="2246972" y="100326"/>
                    <a:pt x="2246972" y="100326"/>
                  </a:cubicBezTo>
                  <a:cubicBezTo>
                    <a:pt x="2246972" y="100326"/>
                    <a:pt x="2209747" y="87946"/>
                    <a:pt x="2171980" y="77534"/>
                  </a:cubicBezTo>
                  <a:cubicBezTo>
                    <a:pt x="2134165" y="67138"/>
                    <a:pt x="2089987" y="77534"/>
                    <a:pt x="2074572" y="82010"/>
                  </a:cubicBezTo>
                  <a:cubicBezTo>
                    <a:pt x="2059157" y="86454"/>
                    <a:pt x="2038921" y="94882"/>
                    <a:pt x="2008075" y="96374"/>
                  </a:cubicBezTo>
                  <a:cubicBezTo>
                    <a:pt x="1977229" y="97850"/>
                    <a:pt x="1942135" y="123101"/>
                    <a:pt x="1924539" y="135006"/>
                  </a:cubicBezTo>
                  <a:cubicBezTo>
                    <a:pt x="1906993" y="146894"/>
                    <a:pt x="1852188" y="178606"/>
                    <a:pt x="1838331" y="186050"/>
                  </a:cubicBezTo>
                  <a:cubicBezTo>
                    <a:pt x="1824491" y="193478"/>
                    <a:pt x="1829837" y="196954"/>
                    <a:pt x="1844710" y="200922"/>
                  </a:cubicBezTo>
                  <a:cubicBezTo>
                    <a:pt x="1859617" y="204841"/>
                    <a:pt x="1875638" y="207317"/>
                    <a:pt x="1875638" y="207317"/>
                  </a:cubicBezTo>
                  <a:close/>
                  <a:moveTo>
                    <a:pt x="1087088" y="616869"/>
                  </a:moveTo>
                  <a:cubicBezTo>
                    <a:pt x="1091303" y="635021"/>
                    <a:pt x="1091303" y="661142"/>
                    <a:pt x="1081365" y="649893"/>
                  </a:cubicBezTo>
                  <a:cubicBezTo>
                    <a:pt x="1071476" y="638678"/>
                    <a:pt x="1063261" y="615886"/>
                    <a:pt x="1047337" y="625134"/>
                  </a:cubicBezTo>
                  <a:cubicBezTo>
                    <a:pt x="1031365" y="634398"/>
                    <a:pt x="1014032" y="631742"/>
                    <a:pt x="1016819" y="629774"/>
                  </a:cubicBezTo>
                  <a:cubicBezTo>
                    <a:pt x="1019673" y="627774"/>
                    <a:pt x="1016491" y="617870"/>
                    <a:pt x="1008325" y="614885"/>
                  </a:cubicBezTo>
                  <a:cubicBezTo>
                    <a:pt x="1000191" y="611918"/>
                    <a:pt x="995206" y="616542"/>
                    <a:pt x="986711" y="621494"/>
                  </a:cubicBezTo>
                  <a:cubicBezTo>
                    <a:pt x="978168" y="626445"/>
                    <a:pt x="951241" y="633037"/>
                    <a:pt x="962244" y="624461"/>
                  </a:cubicBezTo>
                  <a:cubicBezTo>
                    <a:pt x="973231" y="615869"/>
                    <a:pt x="969689" y="611262"/>
                    <a:pt x="965770" y="601341"/>
                  </a:cubicBezTo>
                  <a:cubicBezTo>
                    <a:pt x="961884" y="591437"/>
                    <a:pt x="933858" y="608277"/>
                    <a:pt x="918919" y="618854"/>
                  </a:cubicBezTo>
                  <a:cubicBezTo>
                    <a:pt x="904045" y="629430"/>
                    <a:pt x="895223" y="645614"/>
                    <a:pt x="886318" y="656501"/>
                  </a:cubicBezTo>
                  <a:cubicBezTo>
                    <a:pt x="877446" y="667406"/>
                    <a:pt x="883858" y="674342"/>
                    <a:pt x="897338" y="678293"/>
                  </a:cubicBezTo>
                  <a:cubicBezTo>
                    <a:pt x="910785" y="682261"/>
                    <a:pt x="932481" y="684901"/>
                    <a:pt x="914344" y="691509"/>
                  </a:cubicBezTo>
                  <a:cubicBezTo>
                    <a:pt x="896289" y="698117"/>
                    <a:pt x="882399" y="702725"/>
                    <a:pt x="891664" y="708349"/>
                  </a:cubicBezTo>
                  <a:cubicBezTo>
                    <a:pt x="900897" y="713957"/>
                    <a:pt x="916836" y="714957"/>
                    <a:pt x="932776" y="712973"/>
                  </a:cubicBezTo>
                  <a:cubicBezTo>
                    <a:pt x="948781" y="710989"/>
                    <a:pt x="962261" y="706710"/>
                    <a:pt x="987810" y="713629"/>
                  </a:cubicBezTo>
                  <a:cubicBezTo>
                    <a:pt x="1013343" y="720565"/>
                    <a:pt x="1028545" y="720237"/>
                    <a:pt x="1028545" y="720237"/>
                  </a:cubicBezTo>
                  <a:cubicBezTo>
                    <a:pt x="1028545" y="720237"/>
                    <a:pt x="1019017" y="726189"/>
                    <a:pt x="1001979" y="729157"/>
                  </a:cubicBezTo>
                  <a:cubicBezTo>
                    <a:pt x="984940" y="732142"/>
                    <a:pt x="953701" y="729157"/>
                    <a:pt x="937761" y="732142"/>
                  </a:cubicBezTo>
                  <a:cubicBezTo>
                    <a:pt x="921789" y="735109"/>
                    <a:pt x="896617" y="739389"/>
                    <a:pt x="902996" y="745341"/>
                  </a:cubicBezTo>
                  <a:cubicBezTo>
                    <a:pt x="909375" y="751294"/>
                    <a:pt x="914360" y="760525"/>
                    <a:pt x="936367" y="767461"/>
                  </a:cubicBezTo>
                  <a:cubicBezTo>
                    <a:pt x="958341" y="774414"/>
                    <a:pt x="962261" y="767805"/>
                    <a:pt x="975380" y="771101"/>
                  </a:cubicBezTo>
                  <a:cubicBezTo>
                    <a:pt x="988499" y="774414"/>
                    <a:pt x="981382" y="789269"/>
                    <a:pt x="984940" y="791581"/>
                  </a:cubicBezTo>
                  <a:cubicBezTo>
                    <a:pt x="988499" y="793893"/>
                    <a:pt x="1013326" y="789597"/>
                    <a:pt x="1038138" y="784973"/>
                  </a:cubicBezTo>
                  <a:cubicBezTo>
                    <a:pt x="1062982" y="780349"/>
                    <a:pt x="1053782" y="776381"/>
                    <a:pt x="1073280" y="771429"/>
                  </a:cubicBezTo>
                  <a:cubicBezTo>
                    <a:pt x="1092811" y="766477"/>
                    <a:pt x="1093500" y="751621"/>
                    <a:pt x="1104864" y="748309"/>
                  </a:cubicBezTo>
                  <a:cubicBezTo>
                    <a:pt x="1116179" y="745013"/>
                    <a:pt x="1108046" y="755901"/>
                    <a:pt x="1121525" y="759213"/>
                  </a:cubicBezTo>
                  <a:cubicBezTo>
                    <a:pt x="1135005" y="762526"/>
                    <a:pt x="1127577" y="763526"/>
                    <a:pt x="1142122" y="765838"/>
                  </a:cubicBezTo>
                  <a:cubicBezTo>
                    <a:pt x="1156668" y="768133"/>
                    <a:pt x="1153815" y="773774"/>
                    <a:pt x="1167983" y="772757"/>
                  </a:cubicBezTo>
                  <a:cubicBezTo>
                    <a:pt x="1182201" y="771774"/>
                    <a:pt x="1198862" y="762214"/>
                    <a:pt x="1196697" y="760525"/>
                  </a:cubicBezTo>
                  <a:cubicBezTo>
                    <a:pt x="1194615" y="758869"/>
                    <a:pt x="1192450" y="754589"/>
                    <a:pt x="1193877" y="747981"/>
                  </a:cubicBezTo>
                  <a:cubicBezTo>
                    <a:pt x="1195303" y="741373"/>
                    <a:pt x="1179659" y="749293"/>
                    <a:pt x="1174018" y="752589"/>
                  </a:cubicBezTo>
                  <a:cubicBezTo>
                    <a:pt x="1168344" y="755901"/>
                    <a:pt x="1168705" y="743685"/>
                    <a:pt x="1180758" y="737733"/>
                  </a:cubicBezTo>
                  <a:cubicBezTo>
                    <a:pt x="1192811" y="731797"/>
                    <a:pt x="1203470" y="737733"/>
                    <a:pt x="1210538" y="737733"/>
                  </a:cubicBezTo>
                  <a:cubicBezTo>
                    <a:pt x="1217639" y="737733"/>
                    <a:pt x="1211276" y="717253"/>
                    <a:pt x="1198485" y="713957"/>
                  </a:cubicBezTo>
                  <a:cubicBezTo>
                    <a:pt x="1185694" y="710645"/>
                    <a:pt x="1180020" y="702725"/>
                    <a:pt x="1160866" y="692165"/>
                  </a:cubicBezTo>
                  <a:cubicBezTo>
                    <a:pt x="1141745" y="681589"/>
                    <a:pt x="1151634" y="676965"/>
                    <a:pt x="1145992" y="663110"/>
                  </a:cubicBezTo>
                  <a:cubicBezTo>
                    <a:pt x="1140318" y="649221"/>
                    <a:pt x="1128265" y="608261"/>
                    <a:pt x="1117606" y="600981"/>
                  </a:cubicBezTo>
                  <a:cubicBezTo>
                    <a:pt x="1106980" y="593733"/>
                    <a:pt x="1095583" y="595717"/>
                    <a:pt x="1085005" y="588453"/>
                  </a:cubicBezTo>
                  <a:cubicBezTo>
                    <a:pt x="1084973" y="588486"/>
                    <a:pt x="1082841" y="598718"/>
                    <a:pt x="1087088" y="616869"/>
                  </a:cubicBezTo>
                  <a:close/>
                  <a:moveTo>
                    <a:pt x="792648" y="588814"/>
                  </a:moveTo>
                  <a:cubicBezTo>
                    <a:pt x="797257" y="602030"/>
                    <a:pt x="797962" y="593766"/>
                    <a:pt x="788762" y="608310"/>
                  </a:cubicBezTo>
                  <a:cubicBezTo>
                    <a:pt x="779529" y="622838"/>
                    <a:pt x="784843" y="628118"/>
                    <a:pt x="778464" y="639022"/>
                  </a:cubicBezTo>
                  <a:cubicBezTo>
                    <a:pt x="772084" y="649926"/>
                    <a:pt x="755046" y="664470"/>
                    <a:pt x="760359" y="671718"/>
                  </a:cubicBezTo>
                  <a:cubicBezTo>
                    <a:pt x="765672" y="678982"/>
                    <a:pt x="782711" y="683278"/>
                    <a:pt x="789811" y="688902"/>
                  </a:cubicBezTo>
                  <a:cubicBezTo>
                    <a:pt x="796879" y="694510"/>
                    <a:pt x="803996" y="706070"/>
                    <a:pt x="816738" y="701774"/>
                  </a:cubicBezTo>
                  <a:cubicBezTo>
                    <a:pt x="829529" y="697478"/>
                    <a:pt x="833744" y="694510"/>
                    <a:pt x="842648" y="689870"/>
                  </a:cubicBezTo>
                  <a:cubicBezTo>
                    <a:pt x="851553" y="685262"/>
                    <a:pt x="858981" y="679966"/>
                    <a:pt x="858588" y="668389"/>
                  </a:cubicBezTo>
                  <a:cubicBezTo>
                    <a:pt x="858293" y="656846"/>
                    <a:pt x="857899" y="651238"/>
                    <a:pt x="861523" y="652222"/>
                  </a:cubicBezTo>
                  <a:cubicBezTo>
                    <a:pt x="865000" y="653206"/>
                    <a:pt x="870690" y="658502"/>
                    <a:pt x="873543" y="650910"/>
                  </a:cubicBezTo>
                  <a:cubicBezTo>
                    <a:pt x="876397" y="643318"/>
                    <a:pt x="881349" y="633398"/>
                    <a:pt x="887384" y="627446"/>
                  </a:cubicBezTo>
                  <a:cubicBezTo>
                    <a:pt x="893353" y="621510"/>
                    <a:pt x="910752" y="615558"/>
                    <a:pt x="918886" y="608638"/>
                  </a:cubicBezTo>
                  <a:cubicBezTo>
                    <a:pt x="927085" y="601702"/>
                    <a:pt x="940942" y="594110"/>
                    <a:pt x="944829" y="588158"/>
                  </a:cubicBezTo>
                  <a:cubicBezTo>
                    <a:pt x="948748" y="582189"/>
                    <a:pt x="937712" y="577582"/>
                    <a:pt x="930988" y="574942"/>
                  </a:cubicBezTo>
                  <a:cubicBezTo>
                    <a:pt x="924248" y="572286"/>
                    <a:pt x="916475" y="561742"/>
                    <a:pt x="900880" y="561742"/>
                  </a:cubicBezTo>
                  <a:cubicBezTo>
                    <a:pt x="885236" y="561742"/>
                    <a:pt x="876741" y="573630"/>
                    <a:pt x="877430" y="568334"/>
                  </a:cubicBezTo>
                  <a:cubicBezTo>
                    <a:pt x="878168" y="563054"/>
                    <a:pt x="866804" y="560414"/>
                    <a:pt x="860424" y="558102"/>
                  </a:cubicBezTo>
                  <a:cubicBezTo>
                    <a:pt x="854013" y="555790"/>
                    <a:pt x="848011" y="552166"/>
                    <a:pt x="827775" y="554478"/>
                  </a:cubicBezTo>
                  <a:cubicBezTo>
                    <a:pt x="807555" y="556774"/>
                    <a:pt x="799093" y="558118"/>
                    <a:pt x="783039" y="562726"/>
                  </a:cubicBezTo>
                  <a:cubicBezTo>
                    <a:pt x="769247" y="566678"/>
                    <a:pt x="788073" y="575598"/>
                    <a:pt x="792648" y="588814"/>
                  </a:cubicBezTo>
                  <a:close/>
                  <a:moveTo>
                    <a:pt x="1254487" y="747030"/>
                  </a:moveTo>
                  <a:cubicBezTo>
                    <a:pt x="1252404" y="749982"/>
                    <a:pt x="1243171" y="752966"/>
                    <a:pt x="1237530" y="759574"/>
                  </a:cubicBezTo>
                  <a:cubicBezTo>
                    <a:pt x="1231856" y="766166"/>
                    <a:pt x="1249550" y="762542"/>
                    <a:pt x="1255192" y="764526"/>
                  </a:cubicBezTo>
                  <a:cubicBezTo>
                    <a:pt x="1260915" y="766510"/>
                    <a:pt x="1265162" y="772118"/>
                    <a:pt x="1269770" y="773790"/>
                  </a:cubicBezTo>
                  <a:cubicBezTo>
                    <a:pt x="1274378" y="775430"/>
                    <a:pt x="1299222" y="776414"/>
                    <a:pt x="1309521" y="771462"/>
                  </a:cubicBezTo>
                  <a:cubicBezTo>
                    <a:pt x="1319770" y="766510"/>
                    <a:pt x="1320836" y="764870"/>
                    <a:pt x="1319770" y="762558"/>
                  </a:cubicBezTo>
                  <a:cubicBezTo>
                    <a:pt x="1318671" y="760246"/>
                    <a:pt x="1298517" y="740439"/>
                    <a:pt x="1283611" y="732502"/>
                  </a:cubicBezTo>
                  <a:cubicBezTo>
                    <a:pt x="1268655" y="724566"/>
                    <a:pt x="1268327" y="724255"/>
                    <a:pt x="1265146" y="726222"/>
                  </a:cubicBezTo>
                  <a:cubicBezTo>
                    <a:pt x="1261997" y="728190"/>
                    <a:pt x="1256635" y="744046"/>
                    <a:pt x="1254487" y="747030"/>
                  </a:cubicBezTo>
                  <a:close/>
                  <a:moveTo>
                    <a:pt x="1187432" y="592438"/>
                  </a:moveTo>
                  <a:cubicBezTo>
                    <a:pt x="1177790" y="597242"/>
                    <a:pt x="1170836" y="603014"/>
                    <a:pt x="1187104" y="611262"/>
                  </a:cubicBezTo>
                  <a:cubicBezTo>
                    <a:pt x="1203404" y="619509"/>
                    <a:pt x="1208718" y="626462"/>
                    <a:pt x="1219754" y="633381"/>
                  </a:cubicBezTo>
                  <a:cubicBezTo>
                    <a:pt x="1230741" y="640317"/>
                    <a:pt x="1235366" y="660125"/>
                    <a:pt x="1258439" y="651238"/>
                  </a:cubicBezTo>
                  <a:cubicBezTo>
                    <a:pt x="1281446" y="642318"/>
                    <a:pt x="1290711" y="631742"/>
                    <a:pt x="1293942" y="622494"/>
                  </a:cubicBezTo>
                  <a:cubicBezTo>
                    <a:pt x="1297058" y="613246"/>
                    <a:pt x="1290711" y="611262"/>
                    <a:pt x="1285037" y="602670"/>
                  </a:cubicBezTo>
                  <a:cubicBezTo>
                    <a:pt x="1279314" y="594094"/>
                    <a:pt x="1277937" y="590437"/>
                    <a:pt x="1266244" y="591765"/>
                  </a:cubicBezTo>
                  <a:cubicBezTo>
                    <a:pt x="1254487" y="593077"/>
                    <a:pt x="1250600" y="593077"/>
                    <a:pt x="1250600" y="593077"/>
                  </a:cubicBezTo>
                  <a:cubicBezTo>
                    <a:pt x="1250600" y="593077"/>
                    <a:pt x="1258439" y="583157"/>
                    <a:pt x="1271197" y="576893"/>
                  </a:cubicBezTo>
                  <a:cubicBezTo>
                    <a:pt x="1283988" y="570613"/>
                    <a:pt x="1273329" y="566317"/>
                    <a:pt x="1279331" y="560381"/>
                  </a:cubicBezTo>
                  <a:cubicBezTo>
                    <a:pt x="1285382" y="554445"/>
                    <a:pt x="1264096" y="551461"/>
                    <a:pt x="1254896" y="553773"/>
                  </a:cubicBezTo>
                  <a:cubicBezTo>
                    <a:pt x="1245664" y="556085"/>
                    <a:pt x="1245303" y="553101"/>
                    <a:pt x="1230020" y="552461"/>
                  </a:cubicBezTo>
                  <a:cubicBezTo>
                    <a:pt x="1214785" y="551789"/>
                    <a:pt x="1190712" y="565661"/>
                    <a:pt x="1191728" y="570613"/>
                  </a:cubicBezTo>
                  <a:cubicBezTo>
                    <a:pt x="1192794" y="575565"/>
                    <a:pt x="1204142" y="573597"/>
                    <a:pt x="1214769" y="579533"/>
                  </a:cubicBezTo>
                  <a:cubicBezTo>
                    <a:pt x="1225428" y="585485"/>
                    <a:pt x="1228609" y="584813"/>
                    <a:pt x="1217950" y="601669"/>
                  </a:cubicBezTo>
                  <a:cubicBezTo>
                    <a:pt x="1207324" y="618509"/>
                    <a:pt x="1201683" y="597701"/>
                    <a:pt x="1198124" y="595028"/>
                  </a:cubicBezTo>
                  <a:cubicBezTo>
                    <a:pt x="1194582" y="592438"/>
                    <a:pt x="1197402" y="587486"/>
                    <a:pt x="1187432" y="592438"/>
                  </a:cubicBezTo>
                  <a:close/>
                  <a:moveTo>
                    <a:pt x="1119361" y="562070"/>
                  </a:moveTo>
                  <a:cubicBezTo>
                    <a:pt x="1103421" y="563562"/>
                    <a:pt x="1098042" y="574614"/>
                    <a:pt x="1104126" y="576270"/>
                  </a:cubicBezTo>
                  <a:cubicBezTo>
                    <a:pt x="1110128" y="577910"/>
                    <a:pt x="1114048" y="574630"/>
                    <a:pt x="1123575" y="584846"/>
                  </a:cubicBezTo>
                  <a:cubicBezTo>
                    <a:pt x="1133169" y="595094"/>
                    <a:pt x="1141712" y="600702"/>
                    <a:pt x="1145599" y="583862"/>
                  </a:cubicBezTo>
                  <a:cubicBezTo>
                    <a:pt x="1149518" y="567006"/>
                    <a:pt x="1143844" y="559742"/>
                    <a:pt x="1119361" y="562070"/>
                  </a:cubicBezTo>
                  <a:close/>
                  <a:moveTo>
                    <a:pt x="863245" y="434221"/>
                  </a:moveTo>
                  <a:cubicBezTo>
                    <a:pt x="845485" y="448421"/>
                    <a:pt x="841959" y="459653"/>
                    <a:pt x="828152" y="468573"/>
                  </a:cubicBezTo>
                  <a:cubicBezTo>
                    <a:pt x="814311" y="477477"/>
                    <a:pt x="817493" y="485085"/>
                    <a:pt x="822101" y="490021"/>
                  </a:cubicBezTo>
                  <a:cubicBezTo>
                    <a:pt x="826709" y="494989"/>
                    <a:pt x="840566" y="489693"/>
                    <a:pt x="846896" y="486397"/>
                  </a:cubicBezTo>
                  <a:cubicBezTo>
                    <a:pt x="853307" y="483085"/>
                    <a:pt x="858588" y="474854"/>
                    <a:pt x="862540" y="479805"/>
                  </a:cubicBezTo>
                  <a:cubicBezTo>
                    <a:pt x="866426" y="484757"/>
                    <a:pt x="882727" y="462966"/>
                    <a:pt x="889139" y="455685"/>
                  </a:cubicBezTo>
                  <a:cubicBezTo>
                    <a:pt x="895518" y="448405"/>
                    <a:pt x="905439" y="440829"/>
                    <a:pt x="907276" y="441157"/>
                  </a:cubicBezTo>
                  <a:cubicBezTo>
                    <a:pt x="909030" y="441485"/>
                    <a:pt x="901192" y="449749"/>
                    <a:pt x="904012" y="456669"/>
                  </a:cubicBezTo>
                  <a:cubicBezTo>
                    <a:pt x="906866" y="463605"/>
                    <a:pt x="919624" y="463933"/>
                    <a:pt x="930972" y="452061"/>
                  </a:cubicBezTo>
                  <a:cubicBezTo>
                    <a:pt x="942320" y="440157"/>
                    <a:pt x="932038" y="429269"/>
                    <a:pt x="940942" y="420021"/>
                  </a:cubicBezTo>
                  <a:cubicBezTo>
                    <a:pt x="949765" y="410773"/>
                    <a:pt x="957210" y="412085"/>
                    <a:pt x="939876" y="403821"/>
                  </a:cubicBezTo>
                  <a:cubicBezTo>
                    <a:pt x="922510" y="395573"/>
                    <a:pt x="911441" y="404821"/>
                    <a:pt x="907899" y="409117"/>
                  </a:cubicBezTo>
                  <a:cubicBezTo>
                    <a:pt x="904422" y="413413"/>
                    <a:pt x="898010" y="406477"/>
                    <a:pt x="863245" y="434221"/>
                  </a:cubicBezTo>
                  <a:close/>
                  <a:moveTo>
                    <a:pt x="971395" y="456702"/>
                  </a:moveTo>
                  <a:cubicBezTo>
                    <a:pt x="961359" y="457161"/>
                    <a:pt x="956882" y="458686"/>
                    <a:pt x="940221" y="465950"/>
                  </a:cubicBezTo>
                  <a:cubicBezTo>
                    <a:pt x="923543" y="473214"/>
                    <a:pt x="916443" y="492038"/>
                    <a:pt x="912556" y="502286"/>
                  </a:cubicBezTo>
                  <a:cubicBezTo>
                    <a:pt x="908637" y="512518"/>
                    <a:pt x="914311" y="512518"/>
                    <a:pt x="929594" y="518470"/>
                  </a:cubicBezTo>
                  <a:cubicBezTo>
                    <a:pt x="944829" y="524422"/>
                    <a:pt x="966114" y="516830"/>
                    <a:pt x="971067" y="502598"/>
                  </a:cubicBezTo>
                  <a:cubicBezTo>
                    <a:pt x="976052" y="488398"/>
                    <a:pt x="982136" y="505910"/>
                    <a:pt x="979266" y="513174"/>
                  </a:cubicBezTo>
                  <a:cubicBezTo>
                    <a:pt x="976413" y="520438"/>
                    <a:pt x="989893" y="513830"/>
                    <a:pt x="996305" y="510534"/>
                  </a:cubicBezTo>
                  <a:cubicBezTo>
                    <a:pt x="1002651" y="507238"/>
                    <a:pt x="1021805" y="505926"/>
                    <a:pt x="1023231" y="505926"/>
                  </a:cubicBezTo>
                  <a:cubicBezTo>
                    <a:pt x="1024625" y="505926"/>
                    <a:pt x="1007620" y="518814"/>
                    <a:pt x="990926" y="524422"/>
                  </a:cubicBezTo>
                  <a:cubicBezTo>
                    <a:pt x="974265" y="530046"/>
                    <a:pt x="960768" y="532998"/>
                    <a:pt x="956160" y="533670"/>
                  </a:cubicBezTo>
                  <a:cubicBezTo>
                    <a:pt x="951585" y="534343"/>
                    <a:pt x="960440" y="541278"/>
                    <a:pt x="979939" y="545230"/>
                  </a:cubicBezTo>
                  <a:cubicBezTo>
                    <a:pt x="999469" y="549198"/>
                    <a:pt x="1011195" y="533326"/>
                    <a:pt x="1039220" y="522766"/>
                  </a:cubicBezTo>
                  <a:cubicBezTo>
                    <a:pt x="1067246" y="512206"/>
                    <a:pt x="1065819" y="510206"/>
                    <a:pt x="1075051" y="512862"/>
                  </a:cubicBezTo>
                  <a:cubicBezTo>
                    <a:pt x="1084251" y="515502"/>
                    <a:pt x="1094172" y="508255"/>
                    <a:pt x="1105537" y="505598"/>
                  </a:cubicBezTo>
                  <a:cubicBezTo>
                    <a:pt x="1116852" y="502958"/>
                    <a:pt x="1121509" y="507254"/>
                    <a:pt x="1126494" y="490398"/>
                  </a:cubicBezTo>
                  <a:cubicBezTo>
                    <a:pt x="1131447" y="473558"/>
                    <a:pt x="1140302" y="457374"/>
                    <a:pt x="1124379" y="456374"/>
                  </a:cubicBezTo>
                  <a:cubicBezTo>
                    <a:pt x="1108374" y="455390"/>
                    <a:pt x="1107341" y="455390"/>
                    <a:pt x="1105176" y="473558"/>
                  </a:cubicBezTo>
                  <a:cubicBezTo>
                    <a:pt x="1103093" y="491726"/>
                    <a:pt x="1101617" y="480494"/>
                    <a:pt x="1101617" y="480494"/>
                  </a:cubicBezTo>
                  <a:cubicBezTo>
                    <a:pt x="1101617" y="480494"/>
                    <a:pt x="1090991" y="464655"/>
                    <a:pt x="1084579" y="456390"/>
                  </a:cubicBezTo>
                  <a:cubicBezTo>
                    <a:pt x="1078233" y="448143"/>
                    <a:pt x="1073592" y="435254"/>
                    <a:pt x="1066524" y="428318"/>
                  </a:cubicBezTo>
                  <a:cubicBezTo>
                    <a:pt x="1059423" y="421382"/>
                    <a:pt x="1056226" y="431270"/>
                    <a:pt x="1045238" y="443519"/>
                  </a:cubicBezTo>
                  <a:cubicBezTo>
                    <a:pt x="1034251" y="455751"/>
                    <a:pt x="1043107" y="460358"/>
                    <a:pt x="1054110" y="465638"/>
                  </a:cubicBezTo>
                  <a:cubicBezTo>
                    <a:pt x="1065097" y="470918"/>
                    <a:pt x="1072903" y="484462"/>
                    <a:pt x="1067623" y="488102"/>
                  </a:cubicBezTo>
                  <a:cubicBezTo>
                    <a:pt x="1062277" y="491726"/>
                    <a:pt x="1056226" y="487447"/>
                    <a:pt x="1036039" y="489759"/>
                  </a:cubicBezTo>
                  <a:cubicBezTo>
                    <a:pt x="1015786" y="492071"/>
                    <a:pt x="1016508" y="483495"/>
                    <a:pt x="1010834" y="480839"/>
                  </a:cubicBezTo>
                  <a:cubicBezTo>
                    <a:pt x="1005160" y="478199"/>
                    <a:pt x="1020394" y="472591"/>
                    <a:pt x="998748" y="463671"/>
                  </a:cubicBezTo>
                  <a:cubicBezTo>
                    <a:pt x="977118" y="454701"/>
                    <a:pt x="978577" y="456357"/>
                    <a:pt x="971395" y="456702"/>
                  </a:cubicBezTo>
                  <a:close/>
                  <a:moveTo>
                    <a:pt x="905816" y="473870"/>
                  </a:moveTo>
                  <a:cubicBezTo>
                    <a:pt x="908046" y="470033"/>
                    <a:pt x="878857" y="491038"/>
                    <a:pt x="874413" y="497810"/>
                  </a:cubicBezTo>
                  <a:cubicBezTo>
                    <a:pt x="869985" y="504582"/>
                    <a:pt x="878840" y="503434"/>
                    <a:pt x="887745" y="503089"/>
                  </a:cubicBezTo>
                  <a:cubicBezTo>
                    <a:pt x="896584" y="502762"/>
                    <a:pt x="898388" y="486578"/>
                    <a:pt x="905816" y="473870"/>
                  </a:cubicBezTo>
                  <a:close/>
                  <a:moveTo>
                    <a:pt x="961867" y="430106"/>
                  </a:moveTo>
                  <a:cubicBezTo>
                    <a:pt x="954570" y="433385"/>
                    <a:pt x="954570" y="435877"/>
                    <a:pt x="966442" y="437189"/>
                  </a:cubicBezTo>
                  <a:cubicBezTo>
                    <a:pt x="978381" y="438534"/>
                    <a:pt x="985317" y="433238"/>
                    <a:pt x="982776" y="428286"/>
                  </a:cubicBezTo>
                  <a:cubicBezTo>
                    <a:pt x="980332" y="423334"/>
                    <a:pt x="967689" y="427466"/>
                    <a:pt x="961867" y="430106"/>
                  </a:cubicBezTo>
                  <a:close/>
                  <a:moveTo>
                    <a:pt x="1022362" y="367354"/>
                  </a:moveTo>
                  <a:cubicBezTo>
                    <a:pt x="1014556" y="368649"/>
                    <a:pt x="991483" y="376766"/>
                    <a:pt x="990237" y="380717"/>
                  </a:cubicBezTo>
                  <a:cubicBezTo>
                    <a:pt x="988991" y="384685"/>
                    <a:pt x="990450" y="393261"/>
                    <a:pt x="993976" y="400033"/>
                  </a:cubicBezTo>
                  <a:cubicBezTo>
                    <a:pt x="997534" y="406805"/>
                    <a:pt x="998781" y="407805"/>
                    <a:pt x="1018623" y="402509"/>
                  </a:cubicBezTo>
                  <a:cubicBezTo>
                    <a:pt x="1038482" y="397229"/>
                    <a:pt x="1052142" y="386981"/>
                    <a:pt x="1045550" y="385161"/>
                  </a:cubicBezTo>
                  <a:cubicBezTo>
                    <a:pt x="1039023" y="383357"/>
                    <a:pt x="1034924" y="380373"/>
                    <a:pt x="1029102" y="379553"/>
                  </a:cubicBezTo>
                  <a:cubicBezTo>
                    <a:pt x="1023248" y="378733"/>
                    <a:pt x="1034235" y="375601"/>
                    <a:pt x="1047354" y="371469"/>
                  </a:cubicBezTo>
                  <a:cubicBezTo>
                    <a:pt x="1060489" y="367354"/>
                    <a:pt x="1064933" y="360237"/>
                    <a:pt x="1022362" y="367354"/>
                  </a:cubicBezTo>
                  <a:close/>
                  <a:moveTo>
                    <a:pt x="955127" y="377766"/>
                  </a:moveTo>
                  <a:cubicBezTo>
                    <a:pt x="949519" y="380324"/>
                    <a:pt x="947502" y="380389"/>
                    <a:pt x="959194" y="384866"/>
                  </a:cubicBezTo>
                  <a:cubicBezTo>
                    <a:pt x="970886" y="389309"/>
                    <a:pt x="983514" y="388982"/>
                    <a:pt x="981874" y="385374"/>
                  </a:cubicBezTo>
                  <a:cubicBezTo>
                    <a:pt x="980332" y="381701"/>
                    <a:pt x="970886" y="370469"/>
                    <a:pt x="955127" y="377766"/>
                  </a:cubicBezTo>
                  <a:close/>
                  <a:moveTo>
                    <a:pt x="1000880" y="345217"/>
                  </a:moveTo>
                  <a:cubicBezTo>
                    <a:pt x="989778" y="349579"/>
                    <a:pt x="987252" y="357597"/>
                    <a:pt x="984727" y="360746"/>
                  </a:cubicBezTo>
                  <a:cubicBezTo>
                    <a:pt x="982267" y="363894"/>
                    <a:pt x="997338" y="358434"/>
                    <a:pt x="1004258" y="356777"/>
                  </a:cubicBezTo>
                  <a:cubicBezTo>
                    <a:pt x="1011178" y="355105"/>
                    <a:pt x="1012753" y="359237"/>
                    <a:pt x="1019492" y="353301"/>
                  </a:cubicBezTo>
                  <a:cubicBezTo>
                    <a:pt x="1026232" y="347365"/>
                    <a:pt x="1039564" y="353465"/>
                    <a:pt x="1051618" y="350825"/>
                  </a:cubicBezTo>
                  <a:cubicBezTo>
                    <a:pt x="1063638" y="348185"/>
                    <a:pt x="1065606" y="340266"/>
                    <a:pt x="1062933" y="333346"/>
                  </a:cubicBezTo>
                  <a:cubicBezTo>
                    <a:pt x="1060309" y="326394"/>
                    <a:pt x="1032644" y="332657"/>
                    <a:pt x="1000880" y="345217"/>
                  </a:cubicBezTo>
                  <a:close/>
                  <a:moveTo>
                    <a:pt x="1121132" y="375110"/>
                  </a:moveTo>
                  <a:cubicBezTo>
                    <a:pt x="1117836" y="376684"/>
                    <a:pt x="1119000" y="381882"/>
                    <a:pt x="1121870" y="387981"/>
                  </a:cubicBezTo>
                  <a:cubicBezTo>
                    <a:pt x="1124690" y="394081"/>
                    <a:pt x="1125428" y="392589"/>
                    <a:pt x="1131430" y="394917"/>
                  </a:cubicBezTo>
                  <a:cubicBezTo>
                    <a:pt x="1137432" y="397229"/>
                    <a:pt x="1143483" y="402001"/>
                    <a:pt x="1144877" y="403493"/>
                  </a:cubicBezTo>
                  <a:cubicBezTo>
                    <a:pt x="1146337" y="405002"/>
                    <a:pt x="1147189" y="405477"/>
                    <a:pt x="1149715" y="399541"/>
                  </a:cubicBezTo>
                  <a:cubicBezTo>
                    <a:pt x="1152208" y="393589"/>
                    <a:pt x="1148436" y="394606"/>
                    <a:pt x="1141729" y="386670"/>
                  </a:cubicBezTo>
                  <a:cubicBezTo>
                    <a:pt x="1134972" y="378733"/>
                    <a:pt x="1129659" y="370977"/>
                    <a:pt x="1121132" y="375110"/>
                  </a:cubicBezTo>
                  <a:close/>
                  <a:moveTo>
                    <a:pt x="1162080" y="426957"/>
                  </a:moveTo>
                  <a:cubicBezTo>
                    <a:pt x="1152913" y="424465"/>
                    <a:pt x="1147714" y="429778"/>
                    <a:pt x="1144353" y="431434"/>
                  </a:cubicBezTo>
                  <a:cubicBezTo>
                    <a:pt x="1140974" y="433074"/>
                    <a:pt x="1146140" y="436861"/>
                    <a:pt x="1148419" y="443961"/>
                  </a:cubicBezTo>
                  <a:cubicBezTo>
                    <a:pt x="1150732" y="451078"/>
                    <a:pt x="1148829" y="453390"/>
                    <a:pt x="1162260" y="454373"/>
                  </a:cubicBezTo>
                  <a:cubicBezTo>
                    <a:pt x="1175740" y="455374"/>
                    <a:pt x="1179807" y="452898"/>
                    <a:pt x="1180905" y="444306"/>
                  </a:cubicBezTo>
                  <a:cubicBezTo>
                    <a:pt x="1181971" y="435730"/>
                    <a:pt x="1170623" y="429286"/>
                    <a:pt x="1162080" y="426957"/>
                  </a:cubicBezTo>
                  <a:close/>
                  <a:moveTo>
                    <a:pt x="1214441" y="442486"/>
                  </a:moveTo>
                  <a:cubicBezTo>
                    <a:pt x="1206094" y="436369"/>
                    <a:pt x="1202027" y="431417"/>
                    <a:pt x="1193483" y="434894"/>
                  </a:cubicBezTo>
                  <a:cubicBezTo>
                    <a:pt x="1185021" y="438353"/>
                    <a:pt x="1192089" y="442649"/>
                    <a:pt x="1192089" y="444978"/>
                  </a:cubicBezTo>
                  <a:cubicBezTo>
                    <a:pt x="1192089" y="447273"/>
                    <a:pt x="1202388" y="444634"/>
                    <a:pt x="1202568" y="450258"/>
                  </a:cubicBezTo>
                  <a:cubicBezTo>
                    <a:pt x="1202716" y="455866"/>
                    <a:pt x="1205897" y="458178"/>
                    <a:pt x="1193483" y="458850"/>
                  </a:cubicBezTo>
                  <a:cubicBezTo>
                    <a:pt x="1181102" y="459506"/>
                    <a:pt x="1177691" y="459014"/>
                    <a:pt x="1172903" y="462638"/>
                  </a:cubicBezTo>
                  <a:cubicBezTo>
                    <a:pt x="1168180" y="466278"/>
                    <a:pt x="1182168" y="462146"/>
                    <a:pt x="1186415" y="467770"/>
                  </a:cubicBezTo>
                  <a:cubicBezTo>
                    <a:pt x="1190695" y="473378"/>
                    <a:pt x="1197911" y="474050"/>
                    <a:pt x="1209833" y="472230"/>
                  </a:cubicBezTo>
                  <a:cubicBezTo>
                    <a:pt x="1221705" y="470410"/>
                    <a:pt x="1237858" y="467770"/>
                    <a:pt x="1237858" y="467770"/>
                  </a:cubicBezTo>
                  <a:cubicBezTo>
                    <a:pt x="1237858" y="467770"/>
                    <a:pt x="1229134" y="476018"/>
                    <a:pt x="1225592" y="481806"/>
                  </a:cubicBezTo>
                  <a:cubicBezTo>
                    <a:pt x="1222066" y="487578"/>
                    <a:pt x="1220656" y="495842"/>
                    <a:pt x="1226871" y="499974"/>
                  </a:cubicBezTo>
                  <a:cubicBezTo>
                    <a:pt x="1233070" y="504106"/>
                    <a:pt x="1233791" y="495694"/>
                    <a:pt x="1251010" y="495350"/>
                  </a:cubicBezTo>
                  <a:cubicBezTo>
                    <a:pt x="1268163" y="495022"/>
                    <a:pt x="1273329" y="486118"/>
                    <a:pt x="1273329" y="486118"/>
                  </a:cubicBezTo>
                  <a:cubicBezTo>
                    <a:pt x="1273329" y="486118"/>
                    <a:pt x="1269442" y="482298"/>
                    <a:pt x="1269951" y="473722"/>
                  </a:cubicBezTo>
                  <a:cubicBezTo>
                    <a:pt x="1270508" y="465130"/>
                    <a:pt x="1269770" y="463146"/>
                    <a:pt x="1269770" y="463146"/>
                  </a:cubicBezTo>
                  <a:cubicBezTo>
                    <a:pt x="1269770" y="463146"/>
                    <a:pt x="1276740" y="468114"/>
                    <a:pt x="1278265" y="470082"/>
                  </a:cubicBezTo>
                  <a:cubicBezTo>
                    <a:pt x="1278265" y="470082"/>
                    <a:pt x="1277051" y="464966"/>
                    <a:pt x="1274559" y="455718"/>
                  </a:cubicBezTo>
                  <a:cubicBezTo>
                    <a:pt x="1272066" y="446470"/>
                    <a:pt x="1274050" y="445798"/>
                    <a:pt x="1271328" y="433254"/>
                  </a:cubicBezTo>
                  <a:cubicBezTo>
                    <a:pt x="1268655" y="420694"/>
                    <a:pt x="1269245" y="418054"/>
                    <a:pt x="1256274" y="418382"/>
                  </a:cubicBezTo>
                  <a:cubicBezTo>
                    <a:pt x="1243303" y="418726"/>
                    <a:pt x="1234480" y="423186"/>
                    <a:pt x="1223821" y="423186"/>
                  </a:cubicBezTo>
                  <a:cubicBezTo>
                    <a:pt x="1213194" y="423186"/>
                    <a:pt x="1208537" y="425170"/>
                    <a:pt x="1216392" y="429138"/>
                  </a:cubicBezTo>
                  <a:cubicBezTo>
                    <a:pt x="1224198" y="433106"/>
                    <a:pt x="1225264" y="437878"/>
                    <a:pt x="1228954" y="442354"/>
                  </a:cubicBezTo>
                  <a:cubicBezTo>
                    <a:pt x="1232693" y="446798"/>
                    <a:pt x="1231987" y="457555"/>
                    <a:pt x="1232184" y="457046"/>
                  </a:cubicBezTo>
                  <a:cubicBezTo>
                    <a:pt x="1232315" y="456521"/>
                    <a:pt x="1214441" y="442486"/>
                    <a:pt x="1214441" y="442486"/>
                  </a:cubicBezTo>
                  <a:close/>
                  <a:moveTo>
                    <a:pt x="1149699" y="489578"/>
                  </a:moveTo>
                  <a:cubicBezTo>
                    <a:pt x="1149436" y="489627"/>
                    <a:pt x="1149338" y="489726"/>
                    <a:pt x="1149141" y="489808"/>
                  </a:cubicBezTo>
                  <a:cubicBezTo>
                    <a:pt x="1143680" y="492448"/>
                    <a:pt x="1141893" y="498449"/>
                    <a:pt x="1141483" y="502598"/>
                  </a:cubicBezTo>
                  <a:cubicBezTo>
                    <a:pt x="1141155" y="506894"/>
                    <a:pt x="1148633" y="504418"/>
                    <a:pt x="1160489" y="500302"/>
                  </a:cubicBezTo>
                  <a:cubicBezTo>
                    <a:pt x="1172378" y="496153"/>
                    <a:pt x="1166556" y="484118"/>
                    <a:pt x="1149699" y="489578"/>
                  </a:cubicBezTo>
                  <a:close/>
                  <a:moveTo>
                    <a:pt x="1317130" y="467098"/>
                  </a:moveTo>
                  <a:cubicBezTo>
                    <a:pt x="1307274" y="472460"/>
                    <a:pt x="1299403" y="479642"/>
                    <a:pt x="1293680" y="486086"/>
                  </a:cubicBezTo>
                  <a:cubicBezTo>
                    <a:pt x="1288038" y="492513"/>
                    <a:pt x="1292991" y="493350"/>
                    <a:pt x="1307750" y="500761"/>
                  </a:cubicBezTo>
                  <a:cubicBezTo>
                    <a:pt x="1322476" y="508205"/>
                    <a:pt x="1338235" y="509665"/>
                    <a:pt x="1345122" y="501909"/>
                  </a:cubicBezTo>
                  <a:cubicBezTo>
                    <a:pt x="1352043" y="494169"/>
                    <a:pt x="1341925" y="453554"/>
                    <a:pt x="1317130" y="467098"/>
                  </a:cubicBezTo>
                  <a:close/>
                  <a:moveTo>
                    <a:pt x="1385562" y="409462"/>
                  </a:moveTo>
                  <a:cubicBezTo>
                    <a:pt x="1366687" y="411331"/>
                    <a:pt x="1372525" y="414168"/>
                    <a:pt x="1350714" y="406986"/>
                  </a:cubicBezTo>
                  <a:cubicBezTo>
                    <a:pt x="1328920" y="399804"/>
                    <a:pt x="1301518" y="399049"/>
                    <a:pt x="1294073" y="399049"/>
                  </a:cubicBezTo>
                  <a:cubicBezTo>
                    <a:pt x="1286562" y="399049"/>
                    <a:pt x="1290072" y="402526"/>
                    <a:pt x="1297812" y="415168"/>
                  </a:cubicBezTo>
                  <a:cubicBezTo>
                    <a:pt x="1305470" y="427777"/>
                    <a:pt x="1307635" y="432254"/>
                    <a:pt x="1323574" y="428286"/>
                  </a:cubicBezTo>
                  <a:cubicBezTo>
                    <a:pt x="1339580" y="424317"/>
                    <a:pt x="1352584" y="421612"/>
                    <a:pt x="1364276" y="438435"/>
                  </a:cubicBezTo>
                  <a:cubicBezTo>
                    <a:pt x="1376001" y="455292"/>
                    <a:pt x="1382118" y="460490"/>
                    <a:pt x="1372525" y="466655"/>
                  </a:cubicBezTo>
                  <a:cubicBezTo>
                    <a:pt x="1362931" y="472869"/>
                    <a:pt x="1367474" y="482757"/>
                    <a:pt x="1373115" y="495662"/>
                  </a:cubicBezTo>
                  <a:cubicBezTo>
                    <a:pt x="1378642" y="508533"/>
                    <a:pt x="1391433" y="508025"/>
                    <a:pt x="1409274" y="508025"/>
                  </a:cubicBezTo>
                  <a:cubicBezTo>
                    <a:pt x="1427083" y="508025"/>
                    <a:pt x="1539874" y="506320"/>
                    <a:pt x="1557470" y="503089"/>
                  </a:cubicBezTo>
                  <a:cubicBezTo>
                    <a:pt x="1575017" y="499859"/>
                    <a:pt x="1590694" y="485003"/>
                    <a:pt x="1600041" y="478330"/>
                  </a:cubicBezTo>
                  <a:cubicBezTo>
                    <a:pt x="1609339" y="471640"/>
                    <a:pt x="1614406" y="461227"/>
                    <a:pt x="1601648" y="453554"/>
                  </a:cubicBezTo>
                  <a:cubicBezTo>
                    <a:pt x="1588824" y="445863"/>
                    <a:pt x="1570769" y="438698"/>
                    <a:pt x="1556404" y="438698"/>
                  </a:cubicBezTo>
                  <a:cubicBezTo>
                    <a:pt x="1541973" y="438698"/>
                    <a:pt x="1529772" y="446142"/>
                    <a:pt x="1507978" y="448356"/>
                  </a:cubicBezTo>
                  <a:cubicBezTo>
                    <a:pt x="1486185" y="450586"/>
                    <a:pt x="1490940" y="461014"/>
                    <a:pt x="1471278" y="461490"/>
                  </a:cubicBezTo>
                  <a:cubicBezTo>
                    <a:pt x="1451567" y="461982"/>
                    <a:pt x="1461160" y="470656"/>
                    <a:pt x="1436906" y="460736"/>
                  </a:cubicBezTo>
                  <a:cubicBezTo>
                    <a:pt x="1412718" y="450832"/>
                    <a:pt x="1394925" y="438452"/>
                    <a:pt x="1406355" y="436714"/>
                  </a:cubicBezTo>
                  <a:cubicBezTo>
                    <a:pt x="1417785" y="434976"/>
                    <a:pt x="1427083" y="433500"/>
                    <a:pt x="1420721" y="428056"/>
                  </a:cubicBezTo>
                  <a:cubicBezTo>
                    <a:pt x="1414325" y="422579"/>
                    <a:pt x="1403108" y="407723"/>
                    <a:pt x="1385562" y="409462"/>
                  </a:cubicBezTo>
                  <a:close/>
                  <a:moveTo>
                    <a:pt x="1159997" y="317309"/>
                  </a:moveTo>
                  <a:cubicBezTo>
                    <a:pt x="1171689" y="321278"/>
                    <a:pt x="1174657" y="324245"/>
                    <a:pt x="1161571" y="327705"/>
                  </a:cubicBezTo>
                  <a:cubicBezTo>
                    <a:pt x="1148534" y="331181"/>
                    <a:pt x="1138416" y="340331"/>
                    <a:pt x="1151453" y="338609"/>
                  </a:cubicBezTo>
                  <a:cubicBezTo>
                    <a:pt x="1164457" y="336888"/>
                    <a:pt x="1175674" y="339856"/>
                    <a:pt x="1192417" y="342578"/>
                  </a:cubicBezTo>
                  <a:cubicBezTo>
                    <a:pt x="1209193" y="345299"/>
                    <a:pt x="1207832" y="343561"/>
                    <a:pt x="1215277" y="352990"/>
                  </a:cubicBezTo>
                  <a:cubicBezTo>
                    <a:pt x="1222788" y="362402"/>
                    <a:pt x="1230741" y="362402"/>
                    <a:pt x="1242171" y="359680"/>
                  </a:cubicBezTo>
                  <a:cubicBezTo>
                    <a:pt x="1253601" y="356925"/>
                    <a:pt x="1255175" y="356204"/>
                    <a:pt x="1247812" y="348021"/>
                  </a:cubicBezTo>
                  <a:cubicBezTo>
                    <a:pt x="1240302" y="339856"/>
                    <a:pt x="1232611" y="324754"/>
                    <a:pt x="1222493" y="318802"/>
                  </a:cubicBezTo>
                  <a:cubicBezTo>
                    <a:pt x="1212375" y="312866"/>
                    <a:pt x="1203880" y="304438"/>
                    <a:pt x="1193762" y="305438"/>
                  </a:cubicBezTo>
                  <a:cubicBezTo>
                    <a:pt x="1183644" y="306422"/>
                    <a:pt x="1181266" y="306651"/>
                    <a:pt x="1172476" y="294780"/>
                  </a:cubicBezTo>
                  <a:cubicBezTo>
                    <a:pt x="1163687" y="282892"/>
                    <a:pt x="1156799" y="288582"/>
                    <a:pt x="1143975" y="291795"/>
                  </a:cubicBezTo>
                  <a:cubicBezTo>
                    <a:pt x="1131266" y="295026"/>
                    <a:pt x="1127117" y="304143"/>
                    <a:pt x="1122181" y="308143"/>
                  </a:cubicBezTo>
                  <a:cubicBezTo>
                    <a:pt x="1112080" y="316326"/>
                    <a:pt x="1148305" y="313341"/>
                    <a:pt x="1159997" y="317309"/>
                  </a:cubicBezTo>
                  <a:close/>
                  <a:moveTo>
                    <a:pt x="1313243" y="195921"/>
                  </a:moveTo>
                  <a:cubicBezTo>
                    <a:pt x="1299403" y="213253"/>
                    <a:pt x="1288219" y="227879"/>
                    <a:pt x="1303896" y="229617"/>
                  </a:cubicBezTo>
                  <a:cubicBezTo>
                    <a:pt x="1319606" y="231355"/>
                    <a:pt x="1326493" y="228371"/>
                    <a:pt x="1327559" y="233340"/>
                  </a:cubicBezTo>
                  <a:cubicBezTo>
                    <a:pt x="1328625" y="238275"/>
                    <a:pt x="1324886" y="241751"/>
                    <a:pt x="1301518" y="241751"/>
                  </a:cubicBezTo>
                  <a:cubicBezTo>
                    <a:pt x="1278101" y="241751"/>
                    <a:pt x="1285283" y="246949"/>
                    <a:pt x="1298337" y="262313"/>
                  </a:cubicBezTo>
                  <a:cubicBezTo>
                    <a:pt x="1311374" y="277678"/>
                    <a:pt x="1312702" y="272463"/>
                    <a:pt x="1332627" y="271971"/>
                  </a:cubicBezTo>
                  <a:cubicBezTo>
                    <a:pt x="1352600" y="271479"/>
                    <a:pt x="1359258" y="264281"/>
                    <a:pt x="1375739" y="268528"/>
                  </a:cubicBezTo>
                  <a:cubicBezTo>
                    <a:pt x="1392220" y="272742"/>
                    <a:pt x="1397287" y="276956"/>
                    <a:pt x="1382413" y="281400"/>
                  </a:cubicBezTo>
                  <a:cubicBezTo>
                    <a:pt x="1367458" y="285860"/>
                    <a:pt x="1332331" y="294271"/>
                    <a:pt x="1340350" y="301716"/>
                  </a:cubicBezTo>
                  <a:cubicBezTo>
                    <a:pt x="1348337" y="309144"/>
                    <a:pt x="1373099" y="326984"/>
                    <a:pt x="1384283" y="328722"/>
                  </a:cubicBezTo>
                  <a:cubicBezTo>
                    <a:pt x="1395417" y="330460"/>
                    <a:pt x="1397795" y="321278"/>
                    <a:pt x="1422016" y="324000"/>
                  </a:cubicBezTo>
                  <a:cubicBezTo>
                    <a:pt x="1446270" y="326738"/>
                    <a:pt x="1440416" y="329214"/>
                    <a:pt x="1443039" y="322524"/>
                  </a:cubicBezTo>
                  <a:cubicBezTo>
                    <a:pt x="1445680" y="315834"/>
                    <a:pt x="1459012" y="298748"/>
                    <a:pt x="1461652" y="292533"/>
                  </a:cubicBezTo>
                  <a:cubicBezTo>
                    <a:pt x="1464325" y="286335"/>
                    <a:pt x="1470999" y="282400"/>
                    <a:pt x="1484299" y="279416"/>
                  </a:cubicBezTo>
                  <a:cubicBezTo>
                    <a:pt x="1497598" y="276448"/>
                    <a:pt x="1501845" y="272234"/>
                    <a:pt x="1489349" y="267774"/>
                  </a:cubicBezTo>
                  <a:cubicBezTo>
                    <a:pt x="1476854" y="263330"/>
                    <a:pt x="1462718" y="261330"/>
                    <a:pt x="1464079" y="257870"/>
                  </a:cubicBezTo>
                  <a:cubicBezTo>
                    <a:pt x="1465391" y="254394"/>
                    <a:pt x="1473131" y="244244"/>
                    <a:pt x="1467785" y="239046"/>
                  </a:cubicBezTo>
                  <a:cubicBezTo>
                    <a:pt x="1462472" y="233831"/>
                    <a:pt x="1453977" y="234077"/>
                    <a:pt x="1447008" y="231372"/>
                  </a:cubicBezTo>
                  <a:cubicBezTo>
                    <a:pt x="1440120" y="228634"/>
                    <a:pt x="1432429" y="216008"/>
                    <a:pt x="1423640" y="210564"/>
                  </a:cubicBezTo>
                  <a:cubicBezTo>
                    <a:pt x="1414883" y="205104"/>
                    <a:pt x="1407159" y="204612"/>
                    <a:pt x="1396500" y="196429"/>
                  </a:cubicBezTo>
                  <a:cubicBezTo>
                    <a:pt x="1385873" y="188264"/>
                    <a:pt x="1368835" y="168325"/>
                    <a:pt x="1347549" y="169440"/>
                  </a:cubicBezTo>
                  <a:cubicBezTo>
                    <a:pt x="1333168" y="170161"/>
                    <a:pt x="1327051" y="178573"/>
                    <a:pt x="1313243" y="195921"/>
                  </a:cubicBezTo>
                  <a:close/>
                  <a:moveTo>
                    <a:pt x="1286054" y="340839"/>
                  </a:moveTo>
                  <a:cubicBezTo>
                    <a:pt x="1280741" y="343561"/>
                    <a:pt x="1267442" y="344037"/>
                    <a:pt x="1277330" y="352219"/>
                  </a:cubicBezTo>
                  <a:cubicBezTo>
                    <a:pt x="1287153" y="360385"/>
                    <a:pt x="1284480" y="360647"/>
                    <a:pt x="1296959" y="355941"/>
                  </a:cubicBezTo>
                  <a:cubicBezTo>
                    <a:pt x="1309488" y="351252"/>
                    <a:pt x="1327543" y="339593"/>
                    <a:pt x="1329199" y="336133"/>
                  </a:cubicBezTo>
                  <a:cubicBezTo>
                    <a:pt x="1330741" y="332657"/>
                    <a:pt x="1316638" y="325984"/>
                    <a:pt x="1307077" y="322999"/>
                  </a:cubicBezTo>
                  <a:cubicBezTo>
                    <a:pt x="1297517" y="320015"/>
                    <a:pt x="1290892" y="312341"/>
                    <a:pt x="1270918" y="306881"/>
                  </a:cubicBezTo>
                  <a:cubicBezTo>
                    <a:pt x="1241909" y="298994"/>
                    <a:pt x="1291400" y="338101"/>
                    <a:pt x="1286054" y="340839"/>
                  </a:cubicBezTo>
                  <a:close/>
                  <a:moveTo>
                    <a:pt x="1936970" y="83125"/>
                  </a:moveTo>
                  <a:cubicBezTo>
                    <a:pt x="1914996" y="77173"/>
                    <a:pt x="1836265" y="61973"/>
                    <a:pt x="1810683" y="67908"/>
                  </a:cubicBezTo>
                  <a:cubicBezTo>
                    <a:pt x="1785150" y="73877"/>
                    <a:pt x="1786577" y="54709"/>
                    <a:pt x="1751106" y="59349"/>
                  </a:cubicBezTo>
                  <a:cubicBezTo>
                    <a:pt x="1715636" y="63957"/>
                    <a:pt x="1661012" y="61317"/>
                    <a:pt x="1644023" y="63957"/>
                  </a:cubicBezTo>
                  <a:cubicBezTo>
                    <a:pt x="1626984" y="66597"/>
                    <a:pt x="1652484" y="73877"/>
                    <a:pt x="1661750" y="79813"/>
                  </a:cubicBezTo>
                  <a:cubicBezTo>
                    <a:pt x="1670949" y="85765"/>
                    <a:pt x="1617752" y="73205"/>
                    <a:pt x="1577296" y="84453"/>
                  </a:cubicBezTo>
                  <a:cubicBezTo>
                    <a:pt x="1536857" y="95685"/>
                    <a:pt x="1510586" y="101621"/>
                    <a:pt x="1553879" y="118149"/>
                  </a:cubicBezTo>
                  <a:cubicBezTo>
                    <a:pt x="1597138" y="134645"/>
                    <a:pt x="1602829" y="139269"/>
                    <a:pt x="1602829" y="139269"/>
                  </a:cubicBezTo>
                  <a:cubicBezTo>
                    <a:pt x="1602829" y="139269"/>
                    <a:pt x="1547467" y="129365"/>
                    <a:pt x="1524098" y="120117"/>
                  </a:cubicBezTo>
                  <a:cubicBezTo>
                    <a:pt x="1500648" y="110869"/>
                    <a:pt x="1513472" y="111541"/>
                    <a:pt x="1469441" y="124085"/>
                  </a:cubicBezTo>
                  <a:cubicBezTo>
                    <a:pt x="1425476" y="136613"/>
                    <a:pt x="1382905" y="143237"/>
                    <a:pt x="1385037" y="156453"/>
                  </a:cubicBezTo>
                  <a:cubicBezTo>
                    <a:pt x="1387169" y="169653"/>
                    <a:pt x="1420507" y="187493"/>
                    <a:pt x="1442515" y="192117"/>
                  </a:cubicBezTo>
                  <a:cubicBezTo>
                    <a:pt x="1464489" y="196741"/>
                    <a:pt x="1509930" y="185509"/>
                    <a:pt x="1513472" y="184197"/>
                  </a:cubicBezTo>
                  <a:cubicBezTo>
                    <a:pt x="1516998" y="182885"/>
                    <a:pt x="1495663" y="202037"/>
                    <a:pt x="1495663" y="202037"/>
                  </a:cubicBezTo>
                  <a:cubicBezTo>
                    <a:pt x="1495663" y="202037"/>
                    <a:pt x="1518375" y="197397"/>
                    <a:pt x="1543908" y="190789"/>
                  </a:cubicBezTo>
                  <a:cubicBezTo>
                    <a:pt x="1569441" y="184197"/>
                    <a:pt x="1589333" y="176917"/>
                    <a:pt x="1613472" y="168341"/>
                  </a:cubicBezTo>
                  <a:cubicBezTo>
                    <a:pt x="1637578" y="159749"/>
                    <a:pt x="1641825" y="157125"/>
                    <a:pt x="1641825" y="157125"/>
                  </a:cubicBezTo>
                  <a:cubicBezTo>
                    <a:pt x="1641825" y="157125"/>
                    <a:pt x="1599992" y="189510"/>
                    <a:pt x="1570900" y="200709"/>
                  </a:cubicBezTo>
                  <a:cubicBezTo>
                    <a:pt x="1541809" y="211941"/>
                    <a:pt x="1504190" y="219205"/>
                    <a:pt x="1486447" y="219877"/>
                  </a:cubicBezTo>
                  <a:cubicBezTo>
                    <a:pt x="1468720" y="220533"/>
                    <a:pt x="1471540" y="231765"/>
                    <a:pt x="1489300" y="241013"/>
                  </a:cubicBezTo>
                  <a:cubicBezTo>
                    <a:pt x="1507027" y="250261"/>
                    <a:pt x="1520507" y="270069"/>
                    <a:pt x="1529707" y="276677"/>
                  </a:cubicBezTo>
                  <a:cubicBezTo>
                    <a:pt x="1538939" y="283302"/>
                    <a:pt x="1540366" y="293862"/>
                    <a:pt x="1540366" y="293862"/>
                  </a:cubicBezTo>
                  <a:cubicBezTo>
                    <a:pt x="1540366" y="293862"/>
                    <a:pt x="1512668" y="272070"/>
                    <a:pt x="1482183" y="293862"/>
                  </a:cubicBezTo>
                  <a:cubicBezTo>
                    <a:pt x="1451665" y="315653"/>
                    <a:pt x="1455912" y="326902"/>
                    <a:pt x="1463751" y="329525"/>
                  </a:cubicBezTo>
                  <a:cubicBezTo>
                    <a:pt x="1471524" y="332149"/>
                    <a:pt x="1498484" y="334805"/>
                    <a:pt x="1503469" y="344053"/>
                  </a:cubicBezTo>
                  <a:cubicBezTo>
                    <a:pt x="1508421" y="353301"/>
                    <a:pt x="1543875" y="335478"/>
                    <a:pt x="1543875" y="335478"/>
                  </a:cubicBezTo>
                  <a:cubicBezTo>
                    <a:pt x="1543875" y="335478"/>
                    <a:pt x="1526181" y="357925"/>
                    <a:pt x="1509110" y="357925"/>
                  </a:cubicBezTo>
                  <a:cubicBezTo>
                    <a:pt x="1492154" y="357925"/>
                    <a:pt x="1492842" y="343397"/>
                    <a:pt x="1467998" y="346037"/>
                  </a:cubicBezTo>
                  <a:cubicBezTo>
                    <a:pt x="1443154" y="348677"/>
                    <a:pt x="1444548" y="354629"/>
                    <a:pt x="1455207" y="363222"/>
                  </a:cubicBezTo>
                  <a:cubicBezTo>
                    <a:pt x="1465834" y="371814"/>
                    <a:pt x="1474410" y="374454"/>
                    <a:pt x="1455912" y="383046"/>
                  </a:cubicBezTo>
                  <a:cubicBezTo>
                    <a:pt x="1437480" y="391621"/>
                    <a:pt x="1428986" y="394278"/>
                    <a:pt x="1428280" y="404838"/>
                  </a:cubicBezTo>
                  <a:cubicBezTo>
                    <a:pt x="1427510" y="415414"/>
                    <a:pt x="1452354" y="415414"/>
                    <a:pt x="1467998" y="415414"/>
                  </a:cubicBezTo>
                  <a:cubicBezTo>
                    <a:pt x="1483577" y="415414"/>
                    <a:pt x="1498484" y="414086"/>
                    <a:pt x="1526903" y="413430"/>
                  </a:cubicBezTo>
                  <a:cubicBezTo>
                    <a:pt x="1555223" y="412774"/>
                    <a:pt x="1551665" y="403509"/>
                    <a:pt x="1562324" y="403509"/>
                  </a:cubicBezTo>
                  <a:cubicBezTo>
                    <a:pt x="1573016" y="403509"/>
                    <a:pt x="1583642" y="406822"/>
                    <a:pt x="1579362" y="417398"/>
                  </a:cubicBezTo>
                  <a:cubicBezTo>
                    <a:pt x="1575115" y="427974"/>
                    <a:pt x="1583577" y="421366"/>
                    <a:pt x="1614833" y="410134"/>
                  </a:cubicBezTo>
                  <a:cubicBezTo>
                    <a:pt x="1646040" y="398902"/>
                    <a:pt x="1631838" y="381701"/>
                    <a:pt x="1629788" y="375782"/>
                  </a:cubicBezTo>
                  <a:cubicBezTo>
                    <a:pt x="1627624" y="369830"/>
                    <a:pt x="1616276" y="367862"/>
                    <a:pt x="1609192" y="364550"/>
                  </a:cubicBezTo>
                  <a:cubicBezTo>
                    <a:pt x="1602091" y="361254"/>
                    <a:pt x="1630477" y="332165"/>
                    <a:pt x="1626148" y="322278"/>
                  </a:cubicBezTo>
                  <a:cubicBezTo>
                    <a:pt x="1621933" y="312358"/>
                    <a:pt x="1660946" y="320294"/>
                    <a:pt x="1678640" y="297190"/>
                  </a:cubicBezTo>
                  <a:cubicBezTo>
                    <a:pt x="1696400" y="274070"/>
                    <a:pt x="1690005" y="256869"/>
                    <a:pt x="1677246" y="252918"/>
                  </a:cubicBezTo>
                  <a:cubicBezTo>
                    <a:pt x="1664505" y="248950"/>
                    <a:pt x="1700697" y="251606"/>
                    <a:pt x="1712012" y="244982"/>
                  </a:cubicBezTo>
                  <a:cubicBezTo>
                    <a:pt x="1723376" y="238390"/>
                    <a:pt x="1748204" y="230454"/>
                    <a:pt x="1758141" y="217910"/>
                  </a:cubicBezTo>
                  <a:cubicBezTo>
                    <a:pt x="1768030" y="205366"/>
                    <a:pt x="1771588" y="200726"/>
                    <a:pt x="1747515" y="203382"/>
                  </a:cubicBezTo>
                  <a:cubicBezTo>
                    <a:pt x="1723376" y="206038"/>
                    <a:pt x="1782215" y="192806"/>
                    <a:pt x="1810601" y="174310"/>
                  </a:cubicBezTo>
                  <a:cubicBezTo>
                    <a:pt x="1839036" y="155814"/>
                    <a:pt x="1871670" y="134022"/>
                    <a:pt x="1878738" y="128742"/>
                  </a:cubicBezTo>
                  <a:cubicBezTo>
                    <a:pt x="1885838" y="123462"/>
                    <a:pt x="1892250" y="126086"/>
                    <a:pt x="1858846" y="128086"/>
                  </a:cubicBezTo>
                  <a:cubicBezTo>
                    <a:pt x="1825540" y="130070"/>
                    <a:pt x="1785757" y="125446"/>
                    <a:pt x="1807813" y="122806"/>
                  </a:cubicBezTo>
                  <a:cubicBezTo>
                    <a:pt x="1829788" y="120150"/>
                    <a:pt x="1895038" y="112230"/>
                    <a:pt x="1912076" y="99686"/>
                  </a:cubicBezTo>
                  <a:cubicBezTo>
                    <a:pt x="1929197" y="87077"/>
                    <a:pt x="1936970" y="83125"/>
                    <a:pt x="1936970" y="83125"/>
                  </a:cubicBezTo>
                  <a:close/>
                  <a:moveTo>
                    <a:pt x="1539726" y="541590"/>
                  </a:moveTo>
                  <a:cubicBezTo>
                    <a:pt x="1504223" y="538261"/>
                    <a:pt x="1452501" y="529686"/>
                    <a:pt x="1441793" y="560070"/>
                  </a:cubicBezTo>
                  <a:cubicBezTo>
                    <a:pt x="1431134" y="590470"/>
                    <a:pt x="1414866" y="657862"/>
                    <a:pt x="1413407" y="670406"/>
                  </a:cubicBezTo>
                  <a:cubicBezTo>
                    <a:pt x="1412013" y="682950"/>
                    <a:pt x="1455978" y="701446"/>
                    <a:pt x="1486496" y="702758"/>
                  </a:cubicBezTo>
                  <a:cubicBezTo>
                    <a:pt x="1517014" y="704070"/>
                    <a:pt x="1566686" y="706070"/>
                    <a:pt x="1556765" y="698806"/>
                  </a:cubicBezTo>
                  <a:cubicBezTo>
                    <a:pt x="1546794" y="691542"/>
                    <a:pt x="1555305" y="687591"/>
                    <a:pt x="1583724" y="688902"/>
                  </a:cubicBezTo>
                  <a:cubicBezTo>
                    <a:pt x="1612045" y="690214"/>
                    <a:pt x="1614898" y="682950"/>
                    <a:pt x="1614898" y="677014"/>
                  </a:cubicBezTo>
                  <a:cubicBezTo>
                    <a:pt x="1614898" y="671062"/>
                    <a:pt x="1619884" y="684262"/>
                    <a:pt x="1639742" y="694838"/>
                  </a:cubicBezTo>
                  <a:cubicBezTo>
                    <a:pt x="1659601" y="705414"/>
                    <a:pt x="1676672" y="735142"/>
                    <a:pt x="1694399" y="752310"/>
                  </a:cubicBezTo>
                  <a:cubicBezTo>
                    <a:pt x="1712094" y="769494"/>
                    <a:pt x="1751844" y="792598"/>
                    <a:pt x="1744039" y="805814"/>
                  </a:cubicBezTo>
                  <a:cubicBezTo>
                    <a:pt x="1736200" y="819030"/>
                    <a:pt x="1752533" y="865270"/>
                    <a:pt x="1691497" y="875846"/>
                  </a:cubicBezTo>
                  <a:cubicBezTo>
                    <a:pt x="1630543" y="886406"/>
                    <a:pt x="1626984" y="879142"/>
                    <a:pt x="1627673" y="893014"/>
                  </a:cubicBezTo>
                  <a:cubicBezTo>
                    <a:pt x="1628378" y="906886"/>
                    <a:pt x="1631199" y="912838"/>
                    <a:pt x="1655338" y="912838"/>
                  </a:cubicBezTo>
                  <a:cubicBezTo>
                    <a:pt x="1679477" y="912838"/>
                    <a:pt x="1712815" y="893014"/>
                    <a:pt x="1724130" y="907559"/>
                  </a:cubicBezTo>
                  <a:cubicBezTo>
                    <a:pt x="1735495" y="922086"/>
                    <a:pt x="1751090" y="927366"/>
                    <a:pt x="1761060" y="930679"/>
                  </a:cubicBezTo>
                  <a:cubicBezTo>
                    <a:pt x="1770949" y="933991"/>
                    <a:pt x="1748975" y="939927"/>
                    <a:pt x="1743333" y="941911"/>
                  </a:cubicBezTo>
                  <a:cubicBezTo>
                    <a:pt x="1737659" y="943895"/>
                    <a:pt x="1755386" y="945879"/>
                    <a:pt x="1790152" y="962391"/>
                  </a:cubicBezTo>
                  <a:cubicBezTo>
                    <a:pt x="1824917" y="978903"/>
                    <a:pt x="1866717" y="980887"/>
                    <a:pt x="1846137" y="968999"/>
                  </a:cubicBezTo>
                  <a:cubicBezTo>
                    <a:pt x="1825622" y="957095"/>
                    <a:pt x="1815685" y="935319"/>
                    <a:pt x="1806419" y="928039"/>
                  </a:cubicBezTo>
                  <a:cubicBezTo>
                    <a:pt x="1797220" y="920775"/>
                    <a:pt x="1805731" y="926694"/>
                    <a:pt x="1822064" y="930679"/>
                  </a:cubicBezTo>
                  <a:cubicBezTo>
                    <a:pt x="1838364" y="934647"/>
                    <a:pt x="1853271" y="947846"/>
                    <a:pt x="1860388" y="953799"/>
                  </a:cubicBezTo>
                  <a:cubicBezTo>
                    <a:pt x="1867423" y="959751"/>
                    <a:pt x="1871014" y="951815"/>
                    <a:pt x="1875950" y="928695"/>
                  </a:cubicBezTo>
                  <a:cubicBezTo>
                    <a:pt x="1880902" y="905575"/>
                    <a:pt x="1873818" y="905575"/>
                    <a:pt x="1846121" y="887095"/>
                  </a:cubicBezTo>
                  <a:cubicBezTo>
                    <a:pt x="1818505" y="868599"/>
                    <a:pt x="1809961" y="854055"/>
                    <a:pt x="1807108" y="840839"/>
                  </a:cubicBezTo>
                  <a:cubicBezTo>
                    <a:pt x="1804320" y="827622"/>
                    <a:pt x="1821359" y="824982"/>
                    <a:pt x="1828459" y="815734"/>
                  </a:cubicBezTo>
                  <a:cubicBezTo>
                    <a:pt x="1835527" y="806486"/>
                    <a:pt x="1855386" y="832263"/>
                    <a:pt x="1868866" y="847447"/>
                  </a:cubicBezTo>
                  <a:cubicBezTo>
                    <a:pt x="1882346" y="862647"/>
                    <a:pt x="1893661" y="889063"/>
                    <a:pt x="1904336" y="869911"/>
                  </a:cubicBezTo>
                  <a:cubicBezTo>
                    <a:pt x="1914963" y="850742"/>
                    <a:pt x="1924884" y="807815"/>
                    <a:pt x="1924884" y="797911"/>
                  </a:cubicBezTo>
                  <a:cubicBezTo>
                    <a:pt x="1924884" y="788007"/>
                    <a:pt x="1914257" y="798567"/>
                    <a:pt x="1868866" y="776119"/>
                  </a:cubicBezTo>
                  <a:cubicBezTo>
                    <a:pt x="1823441" y="753655"/>
                    <a:pt x="1800073" y="745079"/>
                    <a:pt x="1795776" y="745079"/>
                  </a:cubicBezTo>
                  <a:cubicBezTo>
                    <a:pt x="1791529" y="745079"/>
                    <a:pt x="1807862" y="736487"/>
                    <a:pt x="1827754" y="726567"/>
                  </a:cubicBezTo>
                  <a:cubicBezTo>
                    <a:pt x="1847531" y="716663"/>
                    <a:pt x="1856075" y="717991"/>
                    <a:pt x="1813504" y="677687"/>
                  </a:cubicBezTo>
                  <a:cubicBezTo>
                    <a:pt x="1770933" y="637382"/>
                    <a:pt x="1758879" y="628807"/>
                    <a:pt x="1731215" y="626150"/>
                  </a:cubicBezTo>
                  <a:cubicBezTo>
                    <a:pt x="1703517" y="623510"/>
                    <a:pt x="1695744" y="594438"/>
                    <a:pt x="1675852" y="584551"/>
                  </a:cubicBezTo>
                  <a:cubicBezTo>
                    <a:pt x="1656026" y="574647"/>
                    <a:pt x="1609913" y="596439"/>
                    <a:pt x="1596384" y="599734"/>
                  </a:cubicBezTo>
                  <a:cubicBezTo>
                    <a:pt x="1582937" y="603030"/>
                    <a:pt x="1587152" y="608310"/>
                    <a:pt x="1570113" y="583878"/>
                  </a:cubicBezTo>
                  <a:cubicBezTo>
                    <a:pt x="1553206" y="559414"/>
                    <a:pt x="1539726" y="541590"/>
                    <a:pt x="1539726" y="541590"/>
                  </a:cubicBezTo>
                  <a:close/>
                  <a:moveTo>
                    <a:pt x="1571638" y="541590"/>
                  </a:moveTo>
                  <a:cubicBezTo>
                    <a:pt x="1554010" y="543672"/>
                    <a:pt x="1582265" y="575926"/>
                    <a:pt x="1604944" y="577254"/>
                  </a:cubicBezTo>
                  <a:cubicBezTo>
                    <a:pt x="1627689" y="578566"/>
                    <a:pt x="1646827" y="567334"/>
                    <a:pt x="1651796" y="566005"/>
                  </a:cubicBezTo>
                  <a:cubicBezTo>
                    <a:pt x="1656781" y="564694"/>
                    <a:pt x="1599287" y="538261"/>
                    <a:pt x="1571638" y="541590"/>
                  </a:cubicBezTo>
                  <a:close/>
                  <a:moveTo>
                    <a:pt x="1492022" y="869222"/>
                  </a:moveTo>
                  <a:cubicBezTo>
                    <a:pt x="1489021" y="876437"/>
                    <a:pt x="1481872" y="896474"/>
                    <a:pt x="1480806" y="909854"/>
                  </a:cubicBezTo>
                  <a:cubicBezTo>
                    <a:pt x="1479740" y="923218"/>
                    <a:pt x="1477575" y="925202"/>
                    <a:pt x="1474984" y="933630"/>
                  </a:cubicBezTo>
                  <a:cubicBezTo>
                    <a:pt x="1472311" y="942042"/>
                    <a:pt x="1483479" y="932138"/>
                    <a:pt x="1490924" y="944534"/>
                  </a:cubicBezTo>
                  <a:cubicBezTo>
                    <a:pt x="1498352" y="956914"/>
                    <a:pt x="1495138" y="960374"/>
                    <a:pt x="1508470" y="946010"/>
                  </a:cubicBezTo>
                  <a:cubicBezTo>
                    <a:pt x="1521803" y="931662"/>
                    <a:pt x="1536676" y="926678"/>
                    <a:pt x="1555289" y="932646"/>
                  </a:cubicBezTo>
                  <a:cubicBezTo>
                    <a:pt x="1573934" y="938598"/>
                    <a:pt x="1588300" y="941074"/>
                    <a:pt x="1581920" y="929695"/>
                  </a:cubicBezTo>
                  <a:cubicBezTo>
                    <a:pt x="1575509" y="918282"/>
                    <a:pt x="1567014" y="919283"/>
                    <a:pt x="1554223" y="903918"/>
                  </a:cubicBezTo>
                  <a:cubicBezTo>
                    <a:pt x="1541432" y="888554"/>
                    <a:pt x="1531921" y="884586"/>
                    <a:pt x="1515932" y="878634"/>
                  </a:cubicBezTo>
                  <a:cubicBezTo>
                    <a:pt x="1499976" y="872698"/>
                    <a:pt x="1498369" y="853874"/>
                    <a:pt x="1492022" y="869222"/>
                  </a:cubicBezTo>
                  <a:close/>
                  <a:moveTo>
                    <a:pt x="1625853" y="2026748"/>
                  </a:moveTo>
                  <a:cubicBezTo>
                    <a:pt x="1620392" y="2015303"/>
                    <a:pt x="1612111" y="1996741"/>
                    <a:pt x="1577640" y="1990330"/>
                  </a:cubicBezTo>
                  <a:cubicBezTo>
                    <a:pt x="1543088" y="1983902"/>
                    <a:pt x="1531445" y="1996741"/>
                    <a:pt x="1518736" y="2001037"/>
                  </a:cubicBezTo>
                  <a:cubicBezTo>
                    <a:pt x="1505945" y="2005333"/>
                    <a:pt x="1530609" y="2007465"/>
                    <a:pt x="1547024" y="2001037"/>
                  </a:cubicBezTo>
                  <a:cubicBezTo>
                    <a:pt x="1563472" y="1994626"/>
                    <a:pt x="1575968" y="1999660"/>
                    <a:pt x="1578198" y="2002611"/>
                  </a:cubicBezTo>
                  <a:cubicBezTo>
                    <a:pt x="1580395" y="2005563"/>
                    <a:pt x="1572672" y="2007350"/>
                    <a:pt x="1569884" y="2004234"/>
                  </a:cubicBezTo>
                  <a:cubicBezTo>
                    <a:pt x="1567063" y="2001103"/>
                    <a:pt x="1566555" y="2011925"/>
                    <a:pt x="1585085" y="2018615"/>
                  </a:cubicBezTo>
                  <a:cubicBezTo>
                    <a:pt x="1603665" y="2025305"/>
                    <a:pt x="1608126" y="2028502"/>
                    <a:pt x="1609995" y="2036471"/>
                  </a:cubicBezTo>
                  <a:cubicBezTo>
                    <a:pt x="1611865" y="2044408"/>
                    <a:pt x="1611717" y="2048671"/>
                    <a:pt x="1615931" y="2055312"/>
                  </a:cubicBezTo>
                  <a:cubicBezTo>
                    <a:pt x="1620146" y="2061953"/>
                    <a:pt x="1621753" y="2064740"/>
                    <a:pt x="1613996" y="2067659"/>
                  </a:cubicBezTo>
                  <a:cubicBezTo>
                    <a:pt x="1606125" y="2070594"/>
                    <a:pt x="1608946" y="2070184"/>
                    <a:pt x="1614652" y="2073726"/>
                  </a:cubicBezTo>
                  <a:cubicBezTo>
                    <a:pt x="1620408" y="2077268"/>
                    <a:pt x="1631904" y="2083203"/>
                    <a:pt x="1648171" y="2084548"/>
                  </a:cubicBezTo>
                  <a:cubicBezTo>
                    <a:pt x="1664406" y="2085925"/>
                    <a:pt x="1669752" y="2088959"/>
                    <a:pt x="1658470" y="2074103"/>
                  </a:cubicBezTo>
                  <a:cubicBezTo>
                    <a:pt x="1647171" y="2059247"/>
                    <a:pt x="1627575" y="2030355"/>
                    <a:pt x="1625853" y="2026748"/>
                  </a:cubicBezTo>
                  <a:close/>
                  <a:moveTo>
                    <a:pt x="1677394" y="2099322"/>
                  </a:moveTo>
                  <a:cubicBezTo>
                    <a:pt x="1686413" y="2108521"/>
                    <a:pt x="1683773" y="2118523"/>
                    <a:pt x="1683150" y="2123819"/>
                  </a:cubicBezTo>
                  <a:cubicBezTo>
                    <a:pt x="1682527" y="2129099"/>
                    <a:pt x="1672819" y="2125016"/>
                    <a:pt x="1655010" y="2120310"/>
                  </a:cubicBezTo>
                  <a:cubicBezTo>
                    <a:pt x="1637201" y="2115604"/>
                    <a:pt x="1639923" y="2117916"/>
                    <a:pt x="1655420" y="2126262"/>
                  </a:cubicBezTo>
                  <a:cubicBezTo>
                    <a:pt x="1670884" y="2134625"/>
                    <a:pt x="1680920" y="2132592"/>
                    <a:pt x="1680214" y="2143725"/>
                  </a:cubicBezTo>
                  <a:cubicBezTo>
                    <a:pt x="1679559" y="2154859"/>
                    <a:pt x="1694432" y="2144742"/>
                    <a:pt x="1701025" y="2138298"/>
                  </a:cubicBezTo>
                  <a:cubicBezTo>
                    <a:pt x="1707584" y="2131837"/>
                    <a:pt x="1707141" y="2137560"/>
                    <a:pt x="1734658" y="2141709"/>
                  </a:cubicBezTo>
                  <a:cubicBezTo>
                    <a:pt x="1762241" y="2145841"/>
                    <a:pt x="1767850" y="2150825"/>
                    <a:pt x="1763455" y="2138757"/>
                  </a:cubicBezTo>
                  <a:cubicBezTo>
                    <a:pt x="1759060" y="2126689"/>
                    <a:pt x="1776065" y="2127672"/>
                    <a:pt x="1751615" y="2116145"/>
                  </a:cubicBezTo>
                  <a:cubicBezTo>
                    <a:pt x="1727181" y="2104618"/>
                    <a:pt x="1667210" y="2088828"/>
                    <a:pt x="1677394" y="2099322"/>
                  </a:cubicBezTo>
                  <a:close/>
                  <a:moveTo>
                    <a:pt x="1599041" y="2106176"/>
                  </a:moveTo>
                  <a:cubicBezTo>
                    <a:pt x="1588709" y="2094731"/>
                    <a:pt x="1575738" y="2093074"/>
                    <a:pt x="1575672" y="2102798"/>
                  </a:cubicBezTo>
                  <a:cubicBezTo>
                    <a:pt x="1575525" y="2112571"/>
                    <a:pt x="1579182" y="2111997"/>
                    <a:pt x="1588709" y="2114637"/>
                  </a:cubicBezTo>
                  <a:cubicBezTo>
                    <a:pt x="1598336" y="2117310"/>
                    <a:pt x="1605699" y="2113472"/>
                    <a:pt x="1599041" y="2106176"/>
                  </a:cubicBezTo>
                  <a:close/>
                  <a:moveTo>
                    <a:pt x="1798925" y="2155892"/>
                  </a:moveTo>
                  <a:cubicBezTo>
                    <a:pt x="1787643" y="2152039"/>
                    <a:pt x="1785330" y="2160500"/>
                    <a:pt x="1792841" y="2167551"/>
                  </a:cubicBezTo>
                  <a:cubicBezTo>
                    <a:pt x="1800319" y="2174601"/>
                    <a:pt x="1811814" y="2172158"/>
                    <a:pt x="1823146" y="2171650"/>
                  </a:cubicBezTo>
                  <a:cubicBezTo>
                    <a:pt x="1834461" y="2171109"/>
                    <a:pt x="1818554" y="2162648"/>
                    <a:pt x="1798925" y="2155892"/>
                  </a:cubicBezTo>
                  <a:close/>
                  <a:moveTo>
                    <a:pt x="1669457" y="773364"/>
                  </a:moveTo>
                  <a:cubicBezTo>
                    <a:pt x="1654551" y="779644"/>
                    <a:pt x="1645794" y="784006"/>
                    <a:pt x="1658798" y="801108"/>
                  </a:cubicBezTo>
                  <a:cubicBezTo>
                    <a:pt x="1671835" y="818194"/>
                    <a:pt x="1679575" y="828852"/>
                    <a:pt x="1684593" y="816456"/>
                  </a:cubicBezTo>
                  <a:cubicBezTo>
                    <a:pt x="1689677" y="804076"/>
                    <a:pt x="1694727" y="762706"/>
                    <a:pt x="1669457" y="773364"/>
                  </a:cubicBezTo>
                  <a:close/>
                  <a:moveTo>
                    <a:pt x="1550025" y="956767"/>
                  </a:moveTo>
                  <a:cubicBezTo>
                    <a:pt x="1527526" y="960407"/>
                    <a:pt x="1520163" y="961063"/>
                    <a:pt x="1523721" y="973639"/>
                  </a:cubicBezTo>
                  <a:cubicBezTo>
                    <a:pt x="1527280" y="986183"/>
                    <a:pt x="1533315" y="984183"/>
                    <a:pt x="1548565" y="976591"/>
                  </a:cubicBezTo>
                  <a:cubicBezTo>
                    <a:pt x="1563833" y="968982"/>
                    <a:pt x="1574492" y="952815"/>
                    <a:pt x="1550025" y="956767"/>
                  </a:cubicBezTo>
                  <a:close/>
                  <a:moveTo>
                    <a:pt x="1596794" y="975918"/>
                  </a:moveTo>
                  <a:cubicBezTo>
                    <a:pt x="1592940" y="977083"/>
                    <a:pt x="1591842" y="985839"/>
                    <a:pt x="1596794" y="993742"/>
                  </a:cubicBezTo>
                  <a:cubicBezTo>
                    <a:pt x="1601747" y="1001678"/>
                    <a:pt x="1611340" y="991102"/>
                    <a:pt x="1615587" y="981526"/>
                  </a:cubicBezTo>
                  <a:cubicBezTo>
                    <a:pt x="1619884" y="971950"/>
                    <a:pt x="1611012" y="971622"/>
                    <a:pt x="1596794" y="975918"/>
                  </a:cubicBezTo>
                  <a:close/>
                  <a:moveTo>
                    <a:pt x="1351338" y="366189"/>
                  </a:moveTo>
                  <a:cubicBezTo>
                    <a:pt x="1330085" y="366895"/>
                    <a:pt x="1298140" y="374437"/>
                    <a:pt x="1315867" y="374765"/>
                  </a:cubicBezTo>
                  <a:cubicBezTo>
                    <a:pt x="1333594" y="375110"/>
                    <a:pt x="1348140" y="378733"/>
                    <a:pt x="1376903" y="377077"/>
                  </a:cubicBezTo>
                  <a:cubicBezTo>
                    <a:pt x="1405634" y="375437"/>
                    <a:pt x="1408438" y="373453"/>
                    <a:pt x="1409143" y="359565"/>
                  </a:cubicBezTo>
                  <a:cubicBezTo>
                    <a:pt x="1409848" y="345709"/>
                    <a:pt x="1390399" y="364861"/>
                    <a:pt x="1351338" y="366189"/>
                  </a:cubicBezTo>
                  <a:close/>
                  <a:moveTo>
                    <a:pt x="1218311" y="249606"/>
                  </a:moveTo>
                  <a:cubicBezTo>
                    <a:pt x="1196615" y="256345"/>
                    <a:pt x="1202011" y="260838"/>
                    <a:pt x="1227543" y="272053"/>
                  </a:cubicBezTo>
                  <a:cubicBezTo>
                    <a:pt x="1253076" y="283285"/>
                    <a:pt x="1253781" y="278005"/>
                    <a:pt x="1250994" y="256853"/>
                  </a:cubicBezTo>
                  <a:cubicBezTo>
                    <a:pt x="1248140" y="235717"/>
                    <a:pt x="1231102" y="245621"/>
                    <a:pt x="1218311" y="249606"/>
                  </a:cubicBezTo>
                  <a:close/>
                  <a:moveTo>
                    <a:pt x="2734621" y="802469"/>
                  </a:moveTo>
                  <a:cubicBezTo>
                    <a:pt x="2707760" y="809963"/>
                    <a:pt x="2698725" y="805470"/>
                    <a:pt x="2693625" y="819096"/>
                  </a:cubicBezTo>
                  <a:cubicBezTo>
                    <a:pt x="2688525" y="832689"/>
                    <a:pt x="2678013" y="825425"/>
                    <a:pt x="2671929" y="827114"/>
                  </a:cubicBezTo>
                  <a:cubicBezTo>
                    <a:pt x="2665878" y="828787"/>
                    <a:pt x="2657269" y="866828"/>
                    <a:pt x="2653021" y="861171"/>
                  </a:cubicBezTo>
                  <a:cubicBezTo>
                    <a:pt x="2648692" y="855514"/>
                    <a:pt x="2647200" y="852415"/>
                    <a:pt x="2640968" y="839363"/>
                  </a:cubicBezTo>
                  <a:cubicBezTo>
                    <a:pt x="2634819" y="826278"/>
                    <a:pt x="2643051" y="828606"/>
                    <a:pt x="2631227" y="814833"/>
                  </a:cubicBezTo>
                  <a:cubicBezTo>
                    <a:pt x="2619437" y="801043"/>
                    <a:pt x="2596019" y="802617"/>
                    <a:pt x="2594412" y="808257"/>
                  </a:cubicBezTo>
                  <a:cubicBezTo>
                    <a:pt x="2592772" y="813914"/>
                    <a:pt x="2610532" y="818637"/>
                    <a:pt x="2604481" y="825015"/>
                  </a:cubicBezTo>
                  <a:cubicBezTo>
                    <a:pt x="2598397" y="831410"/>
                    <a:pt x="2583966" y="839215"/>
                    <a:pt x="2578473" y="843839"/>
                  </a:cubicBezTo>
                  <a:cubicBezTo>
                    <a:pt x="2573012" y="848447"/>
                    <a:pt x="2589017" y="846430"/>
                    <a:pt x="2599070" y="844069"/>
                  </a:cubicBezTo>
                  <a:cubicBezTo>
                    <a:pt x="2609106" y="841708"/>
                    <a:pt x="2616026" y="851611"/>
                    <a:pt x="2620142" y="858646"/>
                  </a:cubicBezTo>
                  <a:cubicBezTo>
                    <a:pt x="2624209" y="865680"/>
                    <a:pt x="2615534" y="872518"/>
                    <a:pt x="2611172" y="875928"/>
                  </a:cubicBezTo>
                  <a:cubicBezTo>
                    <a:pt x="2606843" y="879355"/>
                    <a:pt x="2625783" y="878519"/>
                    <a:pt x="2633376" y="879913"/>
                  </a:cubicBezTo>
                  <a:cubicBezTo>
                    <a:pt x="2640952" y="881307"/>
                    <a:pt x="2644953" y="887718"/>
                    <a:pt x="2639755" y="896294"/>
                  </a:cubicBezTo>
                  <a:cubicBezTo>
                    <a:pt x="2634556" y="904886"/>
                    <a:pt x="2662287" y="897524"/>
                    <a:pt x="2677718" y="896638"/>
                  </a:cubicBezTo>
                  <a:cubicBezTo>
                    <a:pt x="2693001" y="895736"/>
                    <a:pt x="2697052" y="907149"/>
                    <a:pt x="2720289" y="899885"/>
                  </a:cubicBezTo>
                  <a:cubicBezTo>
                    <a:pt x="2743477" y="892621"/>
                    <a:pt x="2754513" y="893129"/>
                    <a:pt x="2775684" y="877470"/>
                  </a:cubicBezTo>
                  <a:cubicBezTo>
                    <a:pt x="2796822" y="861843"/>
                    <a:pt x="2795182" y="865467"/>
                    <a:pt x="2809203" y="855383"/>
                  </a:cubicBezTo>
                  <a:cubicBezTo>
                    <a:pt x="2823240" y="845331"/>
                    <a:pt x="2819862" y="842183"/>
                    <a:pt x="2820485" y="831000"/>
                  </a:cubicBezTo>
                  <a:cubicBezTo>
                    <a:pt x="2821043" y="819834"/>
                    <a:pt x="2829751" y="834148"/>
                    <a:pt x="2826422" y="817259"/>
                  </a:cubicBezTo>
                  <a:cubicBezTo>
                    <a:pt x="2823191" y="800337"/>
                    <a:pt x="2805825" y="804945"/>
                    <a:pt x="2793739" y="803633"/>
                  </a:cubicBezTo>
                  <a:cubicBezTo>
                    <a:pt x="2781620" y="802322"/>
                    <a:pt x="2782096" y="792828"/>
                    <a:pt x="2776012" y="789843"/>
                  </a:cubicBezTo>
                  <a:cubicBezTo>
                    <a:pt x="2769944" y="786810"/>
                    <a:pt x="2761893" y="794861"/>
                    <a:pt x="2734621" y="802469"/>
                  </a:cubicBezTo>
                  <a:close/>
                  <a:moveTo>
                    <a:pt x="4530547" y="2257751"/>
                  </a:moveTo>
                  <a:cubicBezTo>
                    <a:pt x="4529416" y="2261769"/>
                    <a:pt x="4527694" y="2266327"/>
                    <a:pt x="4527694" y="2275263"/>
                  </a:cubicBezTo>
                  <a:cubicBezTo>
                    <a:pt x="4527694" y="2284184"/>
                    <a:pt x="4526661" y="2293760"/>
                    <a:pt x="4527366" y="2302680"/>
                  </a:cubicBezTo>
                  <a:cubicBezTo>
                    <a:pt x="4528055" y="2311600"/>
                    <a:pt x="4528580" y="2317880"/>
                    <a:pt x="4533565" y="2319864"/>
                  </a:cubicBezTo>
                  <a:cubicBezTo>
                    <a:pt x="4538550" y="2321848"/>
                    <a:pt x="4541912" y="2323815"/>
                    <a:pt x="4550045" y="2320044"/>
                  </a:cubicBezTo>
                  <a:cubicBezTo>
                    <a:pt x="4558245" y="2316240"/>
                    <a:pt x="4565870" y="2309468"/>
                    <a:pt x="4561804" y="2299220"/>
                  </a:cubicBezTo>
                  <a:cubicBezTo>
                    <a:pt x="4557671" y="2288988"/>
                    <a:pt x="4550045" y="2274936"/>
                    <a:pt x="4545618" y="2267344"/>
                  </a:cubicBezTo>
                  <a:cubicBezTo>
                    <a:pt x="4541207" y="2259752"/>
                    <a:pt x="4532696" y="2250160"/>
                    <a:pt x="4530547" y="2257751"/>
                  </a:cubicBezTo>
                  <a:close/>
                  <a:moveTo>
                    <a:pt x="4524021" y="2245486"/>
                  </a:moveTo>
                  <a:cubicBezTo>
                    <a:pt x="4524939" y="2249290"/>
                    <a:pt x="4526153" y="2248471"/>
                    <a:pt x="4527907" y="2251094"/>
                  </a:cubicBezTo>
                  <a:cubicBezTo>
                    <a:pt x="4529695" y="2253734"/>
                    <a:pt x="4531646" y="2251422"/>
                    <a:pt x="4529186" y="2247962"/>
                  </a:cubicBezTo>
                  <a:cubicBezTo>
                    <a:pt x="4526694" y="2244486"/>
                    <a:pt x="4526989" y="2244076"/>
                    <a:pt x="4526989" y="2244076"/>
                  </a:cubicBezTo>
                  <a:cubicBezTo>
                    <a:pt x="4526989" y="2244076"/>
                    <a:pt x="4523840" y="2242994"/>
                    <a:pt x="4523840" y="2246126"/>
                  </a:cubicBezTo>
                  <a:moveTo>
                    <a:pt x="5289957" y="2772737"/>
                  </a:moveTo>
                  <a:cubicBezTo>
                    <a:pt x="5289892" y="2773131"/>
                    <a:pt x="5289400" y="2773344"/>
                    <a:pt x="5289121" y="2773656"/>
                  </a:cubicBezTo>
                  <a:cubicBezTo>
                    <a:pt x="5274542" y="2788397"/>
                    <a:pt x="5261276" y="2784265"/>
                    <a:pt x="5236251" y="2792037"/>
                  </a:cubicBezTo>
                  <a:cubicBezTo>
                    <a:pt x="5210751" y="2799973"/>
                    <a:pt x="5166540" y="2825733"/>
                    <a:pt x="5163375" y="2837129"/>
                  </a:cubicBezTo>
                  <a:cubicBezTo>
                    <a:pt x="5160194" y="2848525"/>
                    <a:pt x="5163375" y="2850017"/>
                    <a:pt x="5160194" y="2848525"/>
                  </a:cubicBezTo>
                  <a:cubicBezTo>
                    <a:pt x="5156963" y="2847017"/>
                    <a:pt x="5151617" y="2840097"/>
                    <a:pt x="5151617" y="2840097"/>
                  </a:cubicBezTo>
                  <a:cubicBezTo>
                    <a:pt x="5151617" y="2840097"/>
                    <a:pt x="5144730" y="2853969"/>
                    <a:pt x="5146337" y="2866349"/>
                  </a:cubicBezTo>
                  <a:cubicBezTo>
                    <a:pt x="5147911" y="2878745"/>
                    <a:pt x="5153782" y="2886157"/>
                    <a:pt x="5153257" y="2902013"/>
                  </a:cubicBezTo>
                  <a:cubicBezTo>
                    <a:pt x="5152667" y="2917869"/>
                    <a:pt x="5146845" y="2927281"/>
                    <a:pt x="5147403" y="2938185"/>
                  </a:cubicBezTo>
                  <a:cubicBezTo>
                    <a:pt x="5147911" y="2949089"/>
                    <a:pt x="5165983" y="2969864"/>
                    <a:pt x="5170820" y="2982785"/>
                  </a:cubicBezTo>
                  <a:cubicBezTo>
                    <a:pt x="5175576" y="2995657"/>
                    <a:pt x="5178807" y="2992197"/>
                    <a:pt x="5181447" y="3015481"/>
                  </a:cubicBezTo>
                  <a:cubicBezTo>
                    <a:pt x="5184087" y="3038749"/>
                    <a:pt x="5196353" y="3051620"/>
                    <a:pt x="5184087" y="3064017"/>
                  </a:cubicBezTo>
                  <a:cubicBezTo>
                    <a:pt x="5171886" y="3076397"/>
                    <a:pt x="5162801" y="3073921"/>
                    <a:pt x="5177757" y="3086809"/>
                  </a:cubicBezTo>
                  <a:cubicBezTo>
                    <a:pt x="5192631" y="3099697"/>
                    <a:pt x="5204864" y="3108125"/>
                    <a:pt x="5228790" y="3099697"/>
                  </a:cubicBezTo>
                  <a:cubicBezTo>
                    <a:pt x="5252748" y="3091285"/>
                    <a:pt x="5246369" y="3083857"/>
                    <a:pt x="5264982" y="3079873"/>
                  </a:cubicBezTo>
                  <a:cubicBezTo>
                    <a:pt x="5283594" y="3075921"/>
                    <a:pt x="5287366" y="3071953"/>
                    <a:pt x="5303306" y="3070936"/>
                  </a:cubicBezTo>
                  <a:cubicBezTo>
                    <a:pt x="5319278" y="3069953"/>
                    <a:pt x="5330446" y="3071445"/>
                    <a:pt x="5336350" y="3060049"/>
                  </a:cubicBezTo>
                  <a:cubicBezTo>
                    <a:pt x="5342138" y="3048653"/>
                    <a:pt x="5337891" y="3049145"/>
                    <a:pt x="5353830" y="3041225"/>
                  </a:cubicBezTo>
                  <a:cubicBezTo>
                    <a:pt x="5369836" y="3033289"/>
                    <a:pt x="5368196" y="3031304"/>
                    <a:pt x="5378855" y="3029320"/>
                  </a:cubicBezTo>
                  <a:cubicBezTo>
                    <a:pt x="5389547" y="3027336"/>
                    <a:pt x="5396402" y="3034781"/>
                    <a:pt x="5410767" y="3023368"/>
                  </a:cubicBezTo>
                  <a:cubicBezTo>
                    <a:pt x="5425132" y="3011972"/>
                    <a:pt x="5414506" y="3010988"/>
                    <a:pt x="5446418" y="3010988"/>
                  </a:cubicBezTo>
                  <a:cubicBezTo>
                    <a:pt x="5478395" y="3010988"/>
                    <a:pt x="5491744" y="3015448"/>
                    <a:pt x="5503354" y="3019400"/>
                  </a:cubicBezTo>
                  <a:cubicBezTo>
                    <a:pt x="5515112" y="3023368"/>
                    <a:pt x="5534233" y="3033764"/>
                    <a:pt x="5539038" y="3041208"/>
                  </a:cubicBezTo>
                  <a:cubicBezTo>
                    <a:pt x="5543843" y="3048653"/>
                    <a:pt x="5550205" y="3057556"/>
                    <a:pt x="5552305" y="3057556"/>
                  </a:cubicBezTo>
                  <a:cubicBezTo>
                    <a:pt x="5554469" y="3057556"/>
                    <a:pt x="5557142" y="3058048"/>
                    <a:pt x="5564571" y="3050620"/>
                  </a:cubicBezTo>
                  <a:cubicBezTo>
                    <a:pt x="5571999" y="3043176"/>
                    <a:pt x="5593285" y="3028337"/>
                    <a:pt x="5593285" y="3028337"/>
                  </a:cubicBezTo>
                  <a:cubicBezTo>
                    <a:pt x="5593285" y="3028337"/>
                    <a:pt x="5592219" y="3044176"/>
                    <a:pt x="5587431" y="3050128"/>
                  </a:cubicBezTo>
                  <a:cubicBezTo>
                    <a:pt x="5582626" y="3056048"/>
                    <a:pt x="5582626" y="3064476"/>
                    <a:pt x="5582626" y="3067477"/>
                  </a:cubicBezTo>
                  <a:cubicBezTo>
                    <a:pt x="5582626" y="3070428"/>
                    <a:pt x="5594859" y="3058048"/>
                    <a:pt x="5596516" y="3057556"/>
                  </a:cubicBezTo>
                  <a:cubicBezTo>
                    <a:pt x="5598090" y="3057064"/>
                    <a:pt x="5599697" y="3079348"/>
                    <a:pt x="5601287" y="3081349"/>
                  </a:cubicBezTo>
                  <a:cubicBezTo>
                    <a:pt x="5602894" y="3083333"/>
                    <a:pt x="5607700" y="3082333"/>
                    <a:pt x="5612455" y="3088777"/>
                  </a:cubicBezTo>
                  <a:cubicBezTo>
                    <a:pt x="5617260" y="3095221"/>
                    <a:pt x="5623672" y="3100189"/>
                    <a:pt x="5628427" y="3112569"/>
                  </a:cubicBezTo>
                  <a:cubicBezTo>
                    <a:pt x="5633183" y="3124949"/>
                    <a:pt x="5653452" y="3137329"/>
                    <a:pt x="5666243" y="3139313"/>
                  </a:cubicBezTo>
                  <a:cubicBezTo>
                    <a:pt x="5678985" y="3141297"/>
                    <a:pt x="5690136" y="3140313"/>
                    <a:pt x="5699729" y="3138804"/>
                  </a:cubicBezTo>
                  <a:cubicBezTo>
                    <a:pt x="5709323" y="3137329"/>
                    <a:pt x="5709847" y="3125933"/>
                    <a:pt x="5719949" y="3130393"/>
                  </a:cubicBezTo>
                  <a:cubicBezTo>
                    <a:pt x="5730067" y="3134836"/>
                    <a:pt x="5719441" y="3144265"/>
                    <a:pt x="5743350" y="3142264"/>
                  </a:cubicBezTo>
                  <a:cubicBezTo>
                    <a:pt x="5767308" y="3140297"/>
                    <a:pt x="5773688" y="3132360"/>
                    <a:pt x="5783281" y="3125916"/>
                  </a:cubicBezTo>
                  <a:cubicBezTo>
                    <a:pt x="5792809" y="3119488"/>
                    <a:pt x="5793907" y="3134836"/>
                    <a:pt x="5806141" y="3117980"/>
                  </a:cubicBezTo>
                  <a:cubicBezTo>
                    <a:pt x="5818342" y="3101140"/>
                    <a:pt x="5820506" y="3105108"/>
                    <a:pt x="5822621" y="3084792"/>
                  </a:cubicBezTo>
                  <a:cubicBezTo>
                    <a:pt x="5824753" y="3064476"/>
                    <a:pt x="5824196" y="3060508"/>
                    <a:pt x="5835888" y="3041208"/>
                  </a:cubicBezTo>
                  <a:cubicBezTo>
                    <a:pt x="5847646" y="3021876"/>
                    <a:pt x="5850319" y="3031288"/>
                    <a:pt x="5858305" y="3003052"/>
                  </a:cubicBezTo>
                  <a:cubicBezTo>
                    <a:pt x="5866259" y="2974816"/>
                    <a:pt x="5876360" y="2948056"/>
                    <a:pt x="5875344" y="2924772"/>
                  </a:cubicBezTo>
                  <a:cubicBezTo>
                    <a:pt x="5874245" y="2901472"/>
                    <a:pt x="5875819" y="2916836"/>
                    <a:pt x="5870506" y="2890567"/>
                  </a:cubicBezTo>
                  <a:cubicBezTo>
                    <a:pt x="5865193" y="2864316"/>
                    <a:pt x="5868931" y="2867300"/>
                    <a:pt x="5851893" y="2856396"/>
                  </a:cubicBezTo>
                  <a:cubicBezTo>
                    <a:pt x="5834822" y="2845492"/>
                    <a:pt x="5830608" y="2848460"/>
                    <a:pt x="5826360" y="2833096"/>
                  </a:cubicBezTo>
                  <a:cubicBezTo>
                    <a:pt x="5822113" y="2817731"/>
                    <a:pt x="5827426" y="2813288"/>
                    <a:pt x="5819440" y="2813288"/>
                  </a:cubicBezTo>
                  <a:cubicBezTo>
                    <a:pt x="5811487" y="2813288"/>
                    <a:pt x="5804485" y="2816747"/>
                    <a:pt x="5799729" y="2806352"/>
                  </a:cubicBezTo>
                  <a:cubicBezTo>
                    <a:pt x="5794973" y="2795956"/>
                    <a:pt x="5795515" y="2791988"/>
                    <a:pt x="5786462" y="2782067"/>
                  </a:cubicBezTo>
                  <a:cubicBezTo>
                    <a:pt x="5777410" y="2772147"/>
                    <a:pt x="5768915" y="2774148"/>
                    <a:pt x="5752386" y="2766720"/>
                  </a:cubicBezTo>
                  <a:cubicBezTo>
                    <a:pt x="5735872" y="2759275"/>
                    <a:pt x="5744399" y="2757308"/>
                    <a:pt x="5744399" y="2744419"/>
                  </a:cubicBezTo>
                  <a:cubicBezTo>
                    <a:pt x="5744399" y="2731548"/>
                    <a:pt x="5745318" y="2717840"/>
                    <a:pt x="5732166" y="2711888"/>
                  </a:cubicBezTo>
                  <a:cubicBezTo>
                    <a:pt x="5719014" y="2705935"/>
                    <a:pt x="5726853" y="2715200"/>
                    <a:pt x="5726853" y="2694064"/>
                  </a:cubicBezTo>
                  <a:cubicBezTo>
                    <a:pt x="5726853" y="2672928"/>
                    <a:pt x="5726853" y="2675896"/>
                    <a:pt x="5716226" y="2672272"/>
                  </a:cubicBezTo>
                  <a:cubicBezTo>
                    <a:pt x="5705600" y="2668632"/>
                    <a:pt x="5702009" y="2668960"/>
                    <a:pt x="5695269" y="2656088"/>
                  </a:cubicBezTo>
                  <a:cubicBezTo>
                    <a:pt x="5688529" y="2643216"/>
                    <a:pt x="5679657" y="2622064"/>
                    <a:pt x="5676509" y="2613488"/>
                  </a:cubicBezTo>
                  <a:cubicBezTo>
                    <a:pt x="5673278" y="2604896"/>
                    <a:pt x="5669408" y="2614472"/>
                    <a:pt x="5665112" y="2620736"/>
                  </a:cubicBezTo>
                  <a:cubicBezTo>
                    <a:pt x="5660864" y="2627016"/>
                    <a:pt x="5654813" y="2640888"/>
                    <a:pt x="5654813" y="2653776"/>
                  </a:cubicBezTo>
                  <a:cubicBezTo>
                    <a:pt x="5654813" y="2666648"/>
                    <a:pt x="5660487" y="2673928"/>
                    <a:pt x="5660487" y="2691096"/>
                  </a:cubicBezTo>
                  <a:cubicBezTo>
                    <a:pt x="5660487" y="2708280"/>
                    <a:pt x="5648467" y="2725464"/>
                    <a:pt x="5640956" y="2735368"/>
                  </a:cubicBezTo>
                  <a:cubicBezTo>
                    <a:pt x="5633528" y="2745272"/>
                    <a:pt x="5627509" y="2736352"/>
                    <a:pt x="5621097" y="2733696"/>
                  </a:cubicBezTo>
                  <a:cubicBezTo>
                    <a:pt x="5614718" y="2731072"/>
                    <a:pt x="5613324" y="2721480"/>
                    <a:pt x="5599845" y="2714888"/>
                  </a:cubicBezTo>
                  <a:cubicBezTo>
                    <a:pt x="5586332" y="2708280"/>
                    <a:pt x="5561520" y="2702328"/>
                    <a:pt x="5550173" y="2692096"/>
                  </a:cubicBezTo>
                  <a:cubicBezTo>
                    <a:pt x="5538776" y="2681848"/>
                    <a:pt x="5546614" y="2681503"/>
                    <a:pt x="5550173" y="2670944"/>
                  </a:cubicBezTo>
                  <a:cubicBezTo>
                    <a:pt x="5553731" y="2660384"/>
                    <a:pt x="5558667" y="2651792"/>
                    <a:pt x="5567211" y="2644839"/>
                  </a:cubicBezTo>
                  <a:cubicBezTo>
                    <a:pt x="5575706" y="2637920"/>
                    <a:pt x="5573213" y="2635264"/>
                    <a:pt x="5562603" y="2629311"/>
                  </a:cubicBezTo>
                  <a:cubicBezTo>
                    <a:pt x="5551944" y="2623376"/>
                    <a:pt x="5537070" y="2623048"/>
                    <a:pt x="5518966" y="2623048"/>
                  </a:cubicBezTo>
                  <a:cubicBezTo>
                    <a:pt x="5500862" y="2623048"/>
                    <a:pt x="5490235" y="2621719"/>
                    <a:pt x="5491268" y="2631951"/>
                  </a:cubicBezTo>
                  <a:cubicBezTo>
                    <a:pt x="5492400" y="2642183"/>
                    <a:pt x="5502961" y="2646151"/>
                    <a:pt x="5487743" y="2643183"/>
                  </a:cubicBezTo>
                  <a:cubicBezTo>
                    <a:pt x="5472508" y="2640199"/>
                    <a:pt x="5459356" y="2638904"/>
                    <a:pt x="5452617" y="2646151"/>
                  </a:cubicBezTo>
                  <a:cubicBezTo>
                    <a:pt x="5445876" y="2653415"/>
                    <a:pt x="5444450" y="2657744"/>
                    <a:pt x="5440563" y="2673256"/>
                  </a:cubicBezTo>
                  <a:cubicBezTo>
                    <a:pt x="5436677" y="2688768"/>
                    <a:pt x="5441629" y="2689751"/>
                    <a:pt x="5435250" y="2689751"/>
                  </a:cubicBezTo>
                  <a:cubicBezTo>
                    <a:pt x="5428871" y="2689751"/>
                    <a:pt x="5403699" y="2677535"/>
                    <a:pt x="5395172" y="2673912"/>
                  </a:cubicBezTo>
                  <a:cubicBezTo>
                    <a:pt x="5386677" y="2670271"/>
                    <a:pt x="5382085" y="2670599"/>
                    <a:pt x="5372131" y="2679864"/>
                  </a:cubicBezTo>
                  <a:cubicBezTo>
                    <a:pt x="5362210" y="2689112"/>
                    <a:pt x="5327773" y="2719168"/>
                    <a:pt x="5314982" y="2726432"/>
                  </a:cubicBezTo>
                  <a:cubicBezTo>
                    <a:pt x="5302240" y="2733745"/>
                    <a:pt x="5302929" y="2732089"/>
                    <a:pt x="5289957" y="2772737"/>
                  </a:cubicBezTo>
                  <a:close/>
                  <a:moveTo>
                    <a:pt x="4816624" y="2326177"/>
                  </a:moveTo>
                  <a:cubicBezTo>
                    <a:pt x="4809080" y="2325177"/>
                    <a:pt x="4804899" y="2323192"/>
                    <a:pt x="4814131" y="2335080"/>
                  </a:cubicBezTo>
                  <a:cubicBezTo>
                    <a:pt x="4823331" y="2346985"/>
                    <a:pt x="4825823" y="2349280"/>
                    <a:pt x="4834728" y="2357545"/>
                  </a:cubicBezTo>
                  <a:cubicBezTo>
                    <a:pt x="4843551" y="2365792"/>
                    <a:pt x="4846781" y="2351592"/>
                    <a:pt x="4853521" y="2367432"/>
                  </a:cubicBezTo>
                  <a:cubicBezTo>
                    <a:pt x="4860261" y="2383288"/>
                    <a:pt x="4857768" y="2383632"/>
                    <a:pt x="4864508" y="2389552"/>
                  </a:cubicBezTo>
                  <a:cubicBezTo>
                    <a:pt x="4871248" y="2395504"/>
                    <a:pt x="4876938" y="2397176"/>
                    <a:pt x="4878693" y="2403112"/>
                  </a:cubicBezTo>
                  <a:cubicBezTo>
                    <a:pt x="4880480" y="2409064"/>
                    <a:pt x="4882579" y="2418312"/>
                    <a:pt x="4890385" y="2424921"/>
                  </a:cubicBezTo>
                  <a:cubicBezTo>
                    <a:pt x="4898224" y="2431512"/>
                    <a:pt x="4898224" y="2430528"/>
                    <a:pt x="4902799" y="2443400"/>
                  </a:cubicBezTo>
                  <a:cubicBezTo>
                    <a:pt x="4907407" y="2456288"/>
                    <a:pt x="4914524" y="2465536"/>
                    <a:pt x="4918083" y="2476424"/>
                  </a:cubicBezTo>
                  <a:cubicBezTo>
                    <a:pt x="4921608" y="2487328"/>
                    <a:pt x="4941861" y="2497576"/>
                    <a:pt x="4952110" y="2510793"/>
                  </a:cubicBezTo>
                  <a:cubicBezTo>
                    <a:pt x="4962409" y="2524009"/>
                    <a:pt x="4979808" y="2543161"/>
                    <a:pt x="4982661" y="2537864"/>
                  </a:cubicBezTo>
                  <a:cubicBezTo>
                    <a:pt x="4985449" y="2532584"/>
                    <a:pt x="4992877" y="2537864"/>
                    <a:pt x="4998240" y="2535897"/>
                  </a:cubicBezTo>
                  <a:cubicBezTo>
                    <a:pt x="5003553" y="2533896"/>
                    <a:pt x="5005341" y="2526304"/>
                    <a:pt x="5008899" y="2507808"/>
                  </a:cubicBezTo>
                  <a:cubicBezTo>
                    <a:pt x="5012458" y="2489312"/>
                    <a:pt x="5005668" y="2480737"/>
                    <a:pt x="5000732" y="2476424"/>
                  </a:cubicBezTo>
                  <a:cubicBezTo>
                    <a:pt x="4995747" y="2472144"/>
                    <a:pt x="4986548" y="2471160"/>
                    <a:pt x="4984055" y="2467176"/>
                  </a:cubicBezTo>
                  <a:cubicBezTo>
                    <a:pt x="4981562" y="2463208"/>
                    <a:pt x="4977315" y="2449680"/>
                    <a:pt x="4971264" y="2445384"/>
                  </a:cubicBezTo>
                  <a:cubicBezTo>
                    <a:pt x="4965246" y="2441088"/>
                    <a:pt x="4963786" y="2445712"/>
                    <a:pt x="4963786" y="2435136"/>
                  </a:cubicBezTo>
                  <a:cubicBezTo>
                    <a:pt x="4963786" y="2424576"/>
                    <a:pt x="4970887" y="2425576"/>
                    <a:pt x="4962064" y="2419624"/>
                  </a:cubicBezTo>
                  <a:cubicBezTo>
                    <a:pt x="4953160" y="2413689"/>
                    <a:pt x="4952094" y="2409376"/>
                    <a:pt x="4949240" y="2406424"/>
                  </a:cubicBezTo>
                  <a:cubicBezTo>
                    <a:pt x="4946420" y="2403440"/>
                    <a:pt x="4927299" y="2398816"/>
                    <a:pt x="4922281" y="2393520"/>
                  </a:cubicBezTo>
                  <a:cubicBezTo>
                    <a:pt x="4917377" y="2388240"/>
                    <a:pt x="4896420" y="2378681"/>
                    <a:pt x="4886482" y="2368744"/>
                  </a:cubicBezTo>
                  <a:cubicBezTo>
                    <a:pt x="4876512" y="2358856"/>
                    <a:pt x="4865525" y="2350936"/>
                    <a:pt x="4862343" y="2343656"/>
                  </a:cubicBezTo>
                  <a:cubicBezTo>
                    <a:pt x="4859195" y="2336409"/>
                    <a:pt x="4849241" y="2330456"/>
                    <a:pt x="4816624" y="2326177"/>
                  </a:cubicBezTo>
                  <a:close/>
                  <a:moveTo>
                    <a:pt x="5023068" y="2539209"/>
                  </a:moveTo>
                  <a:cubicBezTo>
                    <a:pt x="5014573" y="2539209"/>
                    <a:pt x="5010277" y="2534241"/>
                    <a:pt x="5004636" y="2544489"/>
                  </a:cubicBezTo>
                  <a:cubicBezTo>
                    <a:pt x="4998961" y="2554721"/>
                    <a:pt x="4999650" y="2554721"/>
                    <a:pt x="5008522" y="2554721"/>
                  </a:cubicBezTo>
                  <a:cubicBezTo>
                    <a:pt x="5017394" y="2554721"/>
                    <a:pt x="5015623" y="2559361"/>
                    <a:pt x="5015262" y="2560673"/>
                  </a:cubicBezTo>
                  <a:cubicBezTo>
                    <a:pt x="5014934" y="2561984"/>
                    <a:pt x="5010982" y="2559673"/>
                    <a:pt x="5029102" y="2566936"/>
                  </a:cubicBezTo>
                  <a:cubicBezTo>
                    <a:pt x="5047157" y="2574200"/>
                    <a:pt x="5059948" y="2571232"/>
                    <a:pt x="5064934" y="2568576"/>
                  </a:cubicBezTo>
                  <a:cubicBezTo>
                    <a:pt x="5069886" y="2565936"/>
                    <a:pt x="5071673" y="2575184"/>
                    <a:pt x="5096518" y="2579152"/>
                  </a:cubicBezTo>
                  <a:cubicBezTo>
                    <a:pt x="5121312" y="2583120"/>
                    <a:pt x="5134431" y="2576840"/>
                    <a:pt x="5150404" y="2580808"/>
                  </a:cubicBezTo>
                  <a:cubicBezTo>
                    <a:pt x="5166343" y="2584760"/>
                    <a:pt x="5162457" y="2578824"/>
                    <a:pt x="5151092" y="2570249"/>
                  </a:cubicBezTo>
                  <a:cubicBezTo>
                    <a:pt x="5139745" y="2561657"/>
                    <a:pt x="5140794" y="2566281"/>
                    <a:pt x="5129446" y="2558033"/>
                  </a:cubicBezTo>
                  <a:cubicBezTo>
                    <a:pt x="5118164" y="2549769"/>
                    <a:pt x="5102159" y="2549441"/>
                    <a:pt x="5094714" y="2548113"/>
                  </a:cubicBezTo>
                  <a:cubicBezTo>
                    <a:pt x="5087236" y="2546768"/>
                    <a:pt x="5101093" y="2556032"/>
                    <a:pt x="5078413" y="2553064"/>
                  </a:cubicBezTo>
                  <a:cubicBezTo>
                    <a:pt x="5055668" y="2550097"/>
                    <a:pt x="5063835" y="2555048"/>
                    <a:pt x="5052143" y="2547457"/>
                  </a:cubicBezTo>
                  <a:cubicBezTo>
                    <a:pt x="5040417" y="2539848"/>
                    <a:pt x="5040417" y="2538537"/>
                    <a:pt x="5032579" y="2537225"/>
                  </a:cubicBezTo>
                  <a:cubicBezTo>
                    <a:pt x="5024822" y="2535913"/>
                    <a:pt x="5023068" y="2539209"/>
                    <a:pt x="5023068" y="2539209"/>
                  </a:cubicBezTo>
                  <a:close/>
                  <a:moveTo>
                    <a:pt x="5203273" y="2575529"/>
                  </a:moveTo>
                  <a:cubicBezTo>
                    <a:pt x="5196862" y="2577513"/>
                    <a:pt x="5183743" y="2581153"/>
                    <a:pt x="5189794" y="2583793"/>
                  </a:cubicBezTo>
                  <a:cubicBezTo>
                    <a:pt x="5195845" y="2586433"/>
                    <a:pt x="5191155" y="2588072"/>
                    <a:pt x="5210013" y="2586433"/>
                  </a:cubicBezTo>
                  <a:cubicBezTo>
                    <a:pt x="5228774" y="2584777"/>
                    <a:pt x="5245139" y="2582465"/>
                    <a:pt x="5247566" y="2578497"/>
                  </a:cubicBezTo>
                  <a:cubicBezTo>
                    <a:pt x="5250059" y="2574545"/>
                    <a:pt x="5244385" y="2577168"/>
                    <a:pt x="5236579" y="2574856"/>
                  </a:cubicBezTo>
                  <a:cubicBezTo>
                    <a:pt x="5228774" y="2572561"/>
                    <a:pt x="5229479" y="2576512"/>
                    <a:pt x="5218852" y="2577841"/>
                  </a:cubicBezTo>
                  <a:cubicBezTo>
                    <a:pt x="5208226" y="2579169"/>
                    <a:pt x="5203273" y="2575529"/>
                    <a:pt x="5203273" y="2575529"/>
                  </a:cubicBezTo>
                  <a:close/>
                  <a:moveTo>
                    <a:pt x="5269229" y="2574217"/>
                  </a:moveTo>
                  <a:cubicBezTo>
                    <a:pt x="5256668" y="2575758"/>
                    <a:pt x="5258242" y="2578497"/>
                    <a:pt x="5268163" y="2581481"/>
                  </a:cubicBezTo>
                  <a:cubicBezTo>
                    <a:pt x="5278134" y="2584449"/>
                    <a:pt x="5287366" y="2585760"/>
                    <a:pt x="5294795" y="2583793"/>
                  </a:cubicBezTo>
                  <a:cubicBezTo>
                    <a:pt x="5302224" y="2581809"/>
                    <a:pt x="5303289" y="2579808"/>
                    <a:pt x="5317146" y="2577513"/>
                  </a:cubicBezTo>
                  <a:cubicBezTo>
                    <a:pt x="5330954" y="2575201"/>
                    <a:pt x="5335578" y="2575529"/>
                    <a:pt x="5346533" y="2574217"/>
                  </a:cubicBezTo>
                  <a:cubicBezTo>
                    <a:pt x="5357553" y="2572905"/>
                    <a:pt x="5357553" y="2572905"/>
                    <a:pt x="5357553" y="2572905"/>
                  </a:cubicBezTo>
                  <a:cubicBezTo>
                    <a:pt x="5357553" y="2572905"/>
                    <a:pt x="5356487" y="2570593"/>
                    <a:pt x="5349059" y="2570921"/>
                  </a:cubicBezTo>
                  <a:cubicBezTo>
                    <a:pt x="5341630" y="2571232"/>
                    <a:pt x="5336350" y="2571577"/>
                    <a:pt x="5328839" y="2571577"/>
                  </a:cubicBezTo>
                  <a:cubicBezTo>
                    <a:pt x="5321361" y="2571577"/>
                    <a:pt x="5308652" y="2578185"/>
                    <a:pt x="5303306" y="2577857"/>
                  </a:cubicBezTo>
                  <a:cubicBezTo>
                    <a:pt x="5297993" y="2577513"/>
                    <a:pt x="5287727" y="2574233"/>
                    <a:pt x="5285201" y="2575873"/>
                  </a:cubicBezTo>
                  <a:cubicBezTo>
                    <a:pt x="5282709" y="2577513"/>
                    <a:pt x="5282742" y="2572561"/>
                    <a:pt x="5269229" y="2574217"/>
                  </a:cubicBezTo>
                  <a:close/>
                  <a:moveTo>
                    <a:pt x="5340219" y="2590401"/>
                  </a:moveTo>
                  <a:cubicBezTo>
                    <a:pt x="5339957" y="2590466"/>
                    <a:pt x="5339891" y="2590614"/>
                    <a:pt x="5339744" y="2590729"/>
                  </a:cubicBezTo>
                  <a:cubicBezTo>
                    <a:pt x="5330954" y="2596730"/>
                    <a:pt x="5330577" y="2598419"/>
                    <a:pt x="5331348" y="2603158"/>
                  </a:cubicBezTo>
                  <a:cubicBezTo>
                    <a:pt x="5332151" y="2607995"/>
                    <a:pt x="5330429" y="2610094"/>
                    <a:pt x="5330429" y="2610094"/>
                  </a:cubicBezTo>
                  <a:cubicBezTo>
                    <a:pt x="5330429" y="2610094"/>
                    <a:pt x="5343319" y="2609471"/>
                    <a:pt x="5353142" y="2599567"/>
                  </a:cubicBezTo>
                  <a:cubicBezTo>
                    <a:pt x="5363030" y="2589646"/>
                    <a:pt x="5363407" y="2589761"/>
                    <a:pt x="5373509" y="2586187"/>
                  </a:cubicBezTo>
                  <a:cubicBezTo>
                    <a:pt x="5383627" y="2582579"/>
                    <a:pt x="5395090" y="2571577"/>
                    <a:pt x="5395090" y="2571577"/>
                  </a:cubicBezTo>
                  <a:cubicBezTo>
                    <a:pt x="5395090" y="2571577"/>
                    <a:pt x="5387071" y="2573315"/>
                    <a:pt x="5378314" y="2572577"/>
                  </a:cubicBezTo>
                  <a:cubicBezTo>
                    <a:pt x="5369524" y="2571839"/>
                    <a:pt x="5360882" y="2577152"/>
                    <a:pt x="5358061" y="2579513"/>
                  </a:cubicBezTo>
                  <a:cubicBezTo>
                    <a:pt x="5355323" y="2581858"/>
                    <a:pt x="5360849" y="2582465"/>
                    <a:pt x="5340219" y="2590401"/>
                  </a:cubicBezTo>
                  <a:close/>
                  <a:moveTo>
                    <a:pt x="5266081" y="2595599"/>
                  </a:moveTo>
                  <a:cubicBezTo>
                    <a:pt x="5256816" y="2588991"/>
                    <a:pt x="5247878" y="2589909"/>
                    <a:pt x="5247173" y="2593992"/>
                  </a:cubicBezTo>
                  <a:cubicBezTo>
                    <a:pt x="5246517" y="2598075"/>
                    <a:pt x="5239154" y="2597845"/>
                    <a:pt x="5252224" y="2602682"/>
                  </a:cubicBezTo>
                  <a:cubicBezTo>
                    <a:pt x="5265261" y="2607503"/>
                    <a:pt x="5277609" y="2613832"/>
                    <a:pt x="5276658" y="2607257"/>
                  </a:cubicBezTo>
                  <a:cubicBezTo>
                    <a:pt x="5275739" y="2600682"/>
                    <a:pt x="5270033" y="2598435"/>
                    <a:pt x="5266081" y="2595599"/>
                  </a:cubicBezTo>
                  <a:close/>
                  <a:moveTo>
                    <a:pt x="5181299" y="2320225"/>
                  </a:moveTo>
                  <a:cubicBezTo>
                    <a:pt x="5175953" y="2327817"/>
                    <a:pt x="5186252" y="2325832"/>
                    <a:pt x="5178446" y="2332440"/>
                  </a:cubicBezTo>
                  <a:cubicBezTo>
                    <a:pt x="5170640" y="2339049"/>
                    <a:pt x="5164638" y="2336081"/>
                    <a:pt x="5156832" y="2345985"/>
                  </a:cubicBezTo>
                  <a:cubicBezTo>
                    <a:pt x="5149059" y="2355905"/>
                    <a:pt x="5137301" y="2362824"/>
                    <a:pt x="5132365" y="2366465"/>
                  </a:cubicBezTo>
                  <a:cubicBezTo>
                    <a:pt x="5127429" y="2370105"/>
                    <a:pt x="5111408" y="2374385"/>
                    <a:pt x="5104307" y="2383977"/>
                  </a:cubicBezTo>
                  <a:cubicBezTo>
                    <a:pt x="5097239" y="2393553"/>
                    <a:pt x="5106832" y="2398816"/>
                    <a:pt x="5106832" y="2398816"/>
                  </a:cubicBezTo>
                  <a:cubicBezTo>
                    <a:pt x="5106832" y="2398816"/>
                    <a:pt x="5102503" y="2400800"/>
                    <a:pt x="5091188" y="2396504"/>
                  </a:cubicBezTo>
                  <a:cubicBezTo>
                    <a:pt x="5079840" y="2392208"/>
                    <a:pt x="5079135" y="2386928"/>
                    <a:pt x="5079135" y="2386928"/>
                  </a:cubicBezTo>
                  <a:cubicBezTo>
                    <a:pt x="5079135" y="2386928"/>
                    <a:pt x="5071001" y="2386600"/>
                    <a:pt x="5066393" y="2398816"/>
                  </a:cubicBezTo>
                  <a:cubicBezTo>
                    <a:pt x="5061785" y="2411049"/>
                    <a:pt x="5059243" y="2412360"/>
                    <a:pt x="5067377" y="2419624"/>
                  </a:cubicBezTo>
                  <a:cubicBezTo>
                    <a:pt x="5075577" y="2426905"/>
                    <a:pt x="5061769" y="2427233"/>
                    <a:pt x="5063490" y="2432168"/>
                  </a:cubicBezTo>
                  <a:cubicBezTo>
                    <a:pt x="5065278" y="2437136"/>
                    <a:pt x="5065327" y="2446384"/>
                    <a:pt x="5070231" y="2447368"/>
                  </a:cubicBezTo>
                  <a:cubicBezTo>
                    <a:pt x="5075183" y="2448352"/>
                    <a:pt x="5076282" y="2442728"/>
                    <a:pt x="5082365" y="2450336"/>
                  </a:cubicBezTo>
                  <a:cubicBezTo>
                    <a:pt x="5088334" y="2457944"/>
                    <a:pt x="5083382" y="2479392"/>
                    <a:pt x="5091188" y="2480409"/>
                  </a:cubicBezTo>
                  <a:cubicBezTo>
                    <a:pt x="5098994" y="2481392"/>
                    <a:pt x="5104668" y="2478080"/>
                    <a:pt x="5111408" y="2481064"/>
                  </a:cubicBezTo>
                  <a:cubicBezTo>
                    <a:pt x="5118180" y="2484032"/>
                    <a:pt x="5123100" y="2486672"/>
                    <a:pt x="5132004" y="2483688"/>
                  </a:cubicBezTo>
                  <a:cubicBezTo>
                    <a:pt x="5140827" y="2480737"/>
                    <a:pt x="5150437" y="2483688"/>
                    <a:pt x="5155045" y="2486344"/>
                  </a:cubicBezTo>
                  <a:cubicBezTo>
                    <a:pt x="5159620" y="2488968"/>
                    <a:pt x="5176298" y="2494592"/>
                    <a:pt x="5184497" y="2493936"/>
                  </a:cubicBezTo>
                  <a:cubicBezTo>
                    <a:pt x="5192663" y="2493280"/>
                    <a:pt x="5194025" y="2495264"/>
                    <a:pt x="5195484" y="2483688"/>
                  </a:cubicBezTo>
                  <a:cubicBezTo>
                    <a:pt x="5196878" y="2472144"/>
                    <a:pt x="5195845" y="2461240"/>
                    <a:pt x="5205782" y="2452320"/>
                  </a:cubicBezTo>
                  <a:cubicBezTo>
                    <a:pt x="5215671" y="2443384"/>
                    <a:pt x="5216081" y="2443384"/>
                    <a:pt x="5216770" y="2435136"/>
                  </a:cubicBezTo>
                  <a:cubicBezTo>
                    <a:pt x="5217475" y="2426888"/>
                    <a:pt x="5217475" y="2418296"/>
                    <a:pt x="5223510" y="2409720"/>
                  </a:cubicBezTo>
                  <a:cubicBezTo>
                    <a:pt x="5229479" y="2401128"/>
                    <a:pt x="5233070" y="2414672"/>
                    <a:pt x="5236268" y="2408064"/>
                  </a:cubicBezTo>
                  <a:cubicBezTo>
                    <a:pt x="5239449" y="2401456"/>
                    <a:pt x="5242680" y="2401489"/>
                    <a:pt x="5240843" y="2398160"/>
                  </a:cubicBezTo>
                  <a:cubicBezTo>
                    <a:pt x="5239088" y="2394865"/>
                    <a:pt x="5229856" y="2394865"/>
                    <a:pt x="5226330" y="2388584"/>
                  </a:cubicBezTo>
                  <a:cubicBezTo>
                    <a:pt x="5222772" y="2382321"/>
                    <a:pt x="5227429" y="2379008"/>
                    <a:pt x="5223100" y="2366120"/>
                  </a:cubicBezTo>
                  <a:cubicBezTo>
                    <a:pt x="5218852" y="2353249"/>
                    <a:pt x="5216425" y="2358200"/>
                    <a:pt x="5222411" y="2350936"/>
                  </a:cubicBezTo>
                  <a:cubicBezTo>
                    <a:pt x="5228462" y="2343656"/>
                    <a:pt x="5233398" y="2342344"/>
                    <a:pt x="5234103" y="2336720"/>
                  </a:cubicBezTo>
                  <a:cubicBezTo>
                    <a:pt x="5234874" y="2331096"/>
                    <a:pt x="5237284" y="2330768"/>
                    <a:pt x="5244795" y="2325488"/>
                  </a:cubicBezTo>
                  <a:cubicBezTo>
                    <a:pt x="5252224" y="2320208"/>
                    <a:pt x="5243614" y="2322684"/>
                    <a:pt x="5236514" y="2317388"/>
                  </a:cubicBezTo>
                  <a:cubicBezTo>
                    <a:pt x="5229446" y="2312108"/>
                    <a:pt x="5216147" y="2292300"/>
                    <a:pt x="5207865" y="2292464"/>
                  </a:cubicBezTo>
                  <a:cubicBezTo>
                    <a:pt x="5203421" y="2292563"/>
                    <a:pt x="5186580" y="2312633"/>
                    <a:pt x="5181299" y="2320225"/>
                  </a:cubicBezTo>
                  <a:close/>
                  <a:moveTo>
                    <a:pt x="6229409" y="3021433"/>
                  </a:moveTo>
                  <a:cubicBezTo>
                    <a:pt x="6225998" y="3018941"/>
                    <a:pt x="6223112" y="3020778"/>
                    <a:pt x="6230917" y="3030026"/>
                  </a:cubicBezTo>
                  <a:cubicBezTo>
                    <a:pt x="6238691" y="3039274"/>
                    <a:pt x="6239379" y="3036617"/>
                    <a:pt x="6244365" y="3036945"/>
                  </a:cubicBezTo>
                  <a:cubicBezTo>
                    <a:pt x="6249317" y="3037273"/>
                    <a:pt x="6253630" y="3055441"/>
                    <a:pt x="6256418" y="3060081"/>
                  </a:cubicBezTo>
                  <a:cubicBezTo>
                    <a:pt x="6259271" y="3064689"/>
                    <a:pt x="6264551" y="3070313"/>
                    <a:pt x="6264551" y="3070313"/>
                  </a:cubicBezTo>
                  <a:cubicBezTo>
                    <a:pt x="6264551" y="3070313"/>
                    <a:pt x="6267487" y="3090121"/>
                    <a:pt x="6264961" y="3099058"/>
                  </a:cubicBezTo>
                  <a:cubicBezTo>
                    <a:pt x="6262469" y="3107978"/>
                    <a:pt x="6257123" y="3111946"/>
                    <a:pt x="6255401" y="3120194"/>
                  </a:cubicBezTo>
                  <a:cubicBezTo>
                    <a:pt x="6253646" y="3128458"/>
                    <a:pt x="6263535" y="3126146"/>
                    <a:pt x="6269947" y="3128786"/>
                  </a:cubicBezTo>
                  <a:cubicBezTo>
                    <a:pt x="6276326" y="3131426"/>
                    <a:pt x="6275260" y="3131409"/>
                    <a:pt x="6272767" y="3138690"/>
                  </a:cubicBezTo>
                  <a:cubicBezTo>
                    <a:pt x="6270274" y="3145953"/>
                    <a:pt x="6262846" y="3149233"/>
                    <a:pt x="6262846" y="3150578"/>
                  </a:cubicBezTo>
                  <a:cubicBezTo>
                    <a:pt x="6262846" y="3151889"/>
                    <a:pt x="6277392" y="3160154"/>
                    <a:pt x="6284820" y="3151233"/>
                  </a:cubicBezTo>
                  <a:cubicBezTo>
                    <a:pt x="6292265" y="3142297"/>
                    <a:pt x="6303974" y="3129114"/>
                    <a:pt x="6307204" y="3119521"/>
                  </a:cubicBezTo>
                  <a:cubicBezTo>
                    <a:pt x="6310386" y="3109945"/>
                    <a:pt x="6301481" y="3114225"/>
                    <a:pt x="6311780" y="3107289"/>
                  </a:cubicBezTo>
                  <a:cubicBezTo>
                    <a:pt x="6322078" y="3100353"/>
                    <a:pt x="6320685" y="3103649"/>
                    <a:pt x="6325998" y="3095073"/>
                  </a:cubicBezTo>
                  <a:cubicBezTo>
                    <a:pt x="6331278" y="3086481"/>
                    <a:pt x="6336952" y="3077561"/>
                    <a:pt x="6330950" y="3072953"/>
                  </a:cubicBezTo>
                  <a:cubicBezTo>
                    <a:pt x="6324948" y="3068313"/>
                    <a:pt x="6318208" y="3078545"/>
                    <a:pt x="6312813" y="3080545"/>
                  </a:cubicBezTo>
                  <a:cubicBezTo>
                    <a:pt x="6307533" y="3082529"/>
                    <a:pt x="6303253" y="3082857"/>
                    <a:pt x="6295807" y="3079201"/>
                  </a:cubicBezTo>
                  <a:cubicBezTo>
                    <a:pt x="6288379" y="3075577"/>
                    <a:pt x="6286936" y="3075577"/>
                    <a:pt x="6284115" y="3068969"/>
                  </a:cubicBezTo>
                  <a:cubicBezTo>
                    <a:pt x="6281262" y="3062361"/>
                    <a:pt x="6277703" y="3058721"/>
                    <a:pt x="6277703" y="3058721"/>
                  </a:cubicBezTo>
                  <a:cubicBezTo>
                    <a:pt x="6277703" y="3058721"/>
                    <a:pt x="6275539" y="3069953"/>
                    <a:pt x="6270258" y="3066329"/>
                  </a:cubicBezTo>
                  <a:cubicBezTo>
                    <a:pt x="6264945" y="3062689"/>
                    <a:pt x="6266339" y="3058721"/>
                    <a:pt x="6262453" y="3052457"/>
                  </a:cubicBezTo>
                  <a:cubicBezTo>
                    <a:pt x="6258566" y="3046177"/>
                    <a:pt x="6258566" y="3044193"/>
                    <a:pt x="6256040" y="3039585"/>
                  </a:cubicBezTo>
                  <a:cubicBezTo>
                    <a:pt x="6253630" y="3034945"/>
                    <a:pt x="6255713" y="3026025"/>
                    <a:pt x="6243331" y="3024696"/>
                  </a:cubicBezTo>
                  <a:cubicBezTo>
                    <a:pt x="6230901" y="3023417"/>
                    <a:pt x="6232623" y="3023745"/>
                    <a:pt x="6229409" y="3021433"/>
                  </a:cubicBezTo>
                  <a:close/>
                  <a:moveTo>
                    <a:pt x="6231574" y="3141330"/>
                  </a:moveTo>
                  <a:cubicBezTo>
                    <a:pt x="6231574" y="3141330"/>
                    <a:pt x="6221652" y="3149905"/>
                    <a:pt x="6212814" y="3162137"/>
                  </a:cubicBezTo>
                  <a:cubicBezTo>
                    <a:pt x="6203909" y="3174354"/>
                    <a:pt x="6202515" y="3178977"/>
                    <a:pt x="6199662" y="3185586"/>
                  </a:cubicBezTo>
                  <a:cubicBezTo>
                    <a:pt x="6196874" y="3192194"/>
                    <a:pt x="6186592" y="3200130"/>
                    <a:pt x="6169553" y="3209050"/>
                  </a:cubicBezTo>
                  <a:cubicBezTo>
                    <a:pt x="6152515" y="3217954"/>
                    <a:pt x="6146103" y="3221594"/>
                    <a:pt x="6140462" y="3229858"/>
                  </a:cubicBezTo>
                  <a:cubicBezTo>
                    <a:pt x="6134788" y="3238122"/>
                    <a:pt x="6114519" y="3263866"/>
                    <a:pt x="6112109" y="3266850"/>
                  </a:cubicBezTo>
                  <a:cubicBezTo>
                    <a:pt x="6109583" y="3269818"/>
                    <a:pt x="6121636" y="3272802"/>
                    <a:pt x="6134083" y="3272802"/>
                  </a:cubicBezTo>
                  <a:cubicBezTo>
                    <a:pt x="6146464" y="3272802"/>
                    <a:pt x="6165995" y="3284034"/>
                    <a:pt x="6176621" y="3272474"/>
                  </a:cubicBezTo>
                  <a:cubicBezTo>
                    <a:pt x="6187281" y="3260914"/>
                    <a:pt x="6197907" y="3233482"/>
                    <a:pt x="6204647" y="3223578"/>
                  </a:cubicBezTo>
                  <a:cubicBezTo>
                    <a:pt x="6211354" y="3213657"/>
                    <a:pt x="6217766" y="3210034"/>
                    <a:pt x="6228392" y="3200458"/>
                  </a:cubicBezTo>
                  <a:cubicBezTo>
                    <a:pt x="6239019" y="3190882"/>
                    <a:pt x="6256778" y="3173042"/>
                    <a:pt x="6256778" y="3166106"/>
                  </a:cubicBezTo>
                  <a:cubicBezTo>
                    <a:pt x="6256778" y="3159153"/>
                    <a:pt x="6252171" y="3147921"/>
                    <a:pt x="6252171" y="3147921"/>
                  </a:cubicBezTo>
                  <a:cubicBezTo>
                    <a:pt x="6252171" y="3147921"/>
                    <a:pt x="6248284" y="3155529"/>
                    <a:pt x="6239019" y="3154546"/>
                  </a:cubicBezTo>
                  <a:cubicBezTo>
                    <a:pt x="6229802" y="3153562"/>
                    <a:pt x="6231574" y="3141330"/>
                    <a:pt x="6231574" y="3141330"/>
                  </a:cubicBezTo>
                  <a:close/>
                  <a:moveTo>
                    <a:pt x="6147924" y="3268211"/>
                  </a:moveTo>
                  <a:cubicBezTo>
                    <a:pt x="6135460" y="3261603"/>
                    <a:pt x="6133050" y="3273901"/>
                    <a:pt x="6131033" y="3286494"/>
                  </a:cubicBezTo>
                  <a:cubicBezTo>
                    <a:pt x="6128983" y="3299103"/>
                    <a:pt x="6136412" y="3288396"/>
                    <a:pt x="6147235" y="3282722"/>
                  </a:cubicBezTo>
                  <a:cubicBezTo>
                    <a:pt x="6158107" y="3277065"/>
                    <a:pt x="6152695" y="3270736"/>
                    <a:pt x="6147924" y="3268211"/>
                  </a:cubicBezTo>
                  <a:close/>
                  <a:moveTo>
                    <a:pt x="5726148" y="3181617"/>
                  </a:moveTo>
                  <a:cubicBezTo>
                    <a:pt x="5712078" y="3176961"/>
                    <a:pt x="5714422" y="3190209"/>
                    <a:pt x="5716554" y="3200130"/>
                  </a:cubicBezTo>
                  <a:cubicBezTo>
                    <a:pt x="5718637" y="3210034"/>
                    <a:pt x="5721490" y="3217954"/>
                    <a:pt x="5726853" y="3226218"/>
                  </a:cubicBezTo>
                  <a:cubicBezTo>
                    <a:pt x="5732166" y="3234482"/>
                    <a:pt x="5752025" y="3237450"/>
                    <a:pt x="5759863" y="3233826"/>
                  </a:cubicBezTo>
                  <a:cubicBezTo>
                    <a:pt x="5767620" y="3230202"/>
                    <a:pt x="5773311" y="3217970"/>
                    <a:pt x="5781116" y="3206393"/>
                  </a:cubicBezTo>
                  <a:cubicBezTo>
                    <a:pt x="5788922" y="3194834"/>
                    <a:pt x="5792481" y="3181617"/>
                    <a:pt x="5791087" y="3174698"/>
                  </a:cubicBezTo>
                  <a:cubicBezTo>
                    <a:pt x="5789627" y="3167762"/>
                    <a:pt x="5779739" y="3180978"/>
                    <a:pt x="5773327" y="3183946"/>
                  </a:cubicBezTo>
                  <a:cubicBezTo>
                    <a:pt x="5766948" y="3186930"/>
                    <a:pt x="5758453" y="3194522"/>
                    <a:pt x="5746367" y="3191210"/>
                  </a:cubicBezTo>
                  <a:cubicBezTo>
                    <a:pt x="5734314" y="3187897"/>
                    <a:pt x="5731084" y="3183290"/>
                    <a:pt x="5726148" y="3181617"/>
                  </a:cubicBezTo>
                  <a:close/>
                  <a:moveTo>
                    <a:pt x="5549484" y="2472489"/>
                  </a:moveTo>
                  <a:cubicBezTo>
                    <a:pt x="5538169" y="2475129"/>
                    <a:pt x="5532446" y="2465225"/>
                    <a:pt x="5523213" y="2446057"/>
                  </a:cubicBezTo>
                  <a:cubicBezTo>
                    <a:pt x="5513948" y="2426905"/>
                    <a:pt x="5506913" y="2424265"/>
                    <a:pt x="5483495" y="2432840"/>
                  </a:cubicBezTo>
                  <a:cubicBezTo>
                    <a:pt x="5460045" y="2441432"/>
                    <a:pt x="5463604" y="2439465"/>
                    <a:pt x="5479248" y="2445401"/>
                  </a:cubicBezTo>
                  <a:cubicBezTo>
                    <a:pt x="5494860" y="2451353"/>
                    <a:pt x="5496975" y="2453337"/>
                    <a:pt x="5499074" y="2453337"/>
                  </a:cubicBezTo>
                  <a:cubicBezTo>
                    <a:pt x="5501239" y="2453337"/>
                    <a:pt x="5523918" y="2456633"/>
                    <a:pt x="5518966" y="2459945"/>
                  </a:cubicBezTo>
                  <a:cubicBezTo>
                    <a:pt x="5513948" y="2463241"/>
                    <a:pt x="5492728" y="2466537"/>
                    <a:pt x="5506175" y="2475785"/>
                  </a:cubicBezTo>
                  <a:cubicBezTo>
                    <a:pt x="5519654" y="2485033"/>
                    <a:pt x="5514013" y="2478425"/>
                    <a:pt x="5549484" y="2496265"/>
                  </a:cubicBezTo>
                  <a:cubicBezTo>
                    <a:pt x="5584954" y="2514121"/>
                    <a:pt x="5590628" y="2500905"/>
                    <a:pt x="5602025" y="2524025"/>
                  </a:cubicBezTo>
                  <a:cubicBezTo>
                    <a:pt x="5613341" y="2547145"/>
                    <a:pt x="5613341" y="2543177"/>
                    <a:pt x="5604108" y="2549129"/>
                  </a:cubicBezTo>
                  <a:cubicBezTo>
                    <a:pt x="5594843" y="2555081"/>
                    <a:pt x="5582822" y="2561017"/>
                    <a:pt x="5587775" y="2561689"/>
                  </a:cubicBezTo>
                  <a:cubicBezTo>
                    <a:pt x="5592760" y="2562345"/>
                    <a:pt x="5602025" y="2564329"/>
                    <a:pt x="5626099" y="2565641"/>
                  </a:cubicBezTo>
                  <a:cubicBezTo>
                    <a:pt x="5650238" y="2566953"/>
                    <a:pt x="5627525" y="2580841"/>
                    <a:pt x="5654452" y="2580841"/>
                  </a:cubicBezTo>
                  <a:cubicBezTo>
                    <a:pt x="5681461" y="2580841"/>
                    <a:pt x="5688529" y="2572266"/>
                    <a:pt x="5699188" y="2559689"/>
                  </a:cubicBezTo>
                  <a:cubicBezTo>
                    <a:pt x="5709815" y="2547145"/>
                    <a:pt x="5711979" y="2553753"/>
                    <a:pt x="5734659" y="2559033"/>
                  </a:cubicBezTo>
                  <a:cubicBezTo>
                    <a:pt x="5757338" y="2564313"/>
                    <a:pt x="5765177" y="2584137"/>
                    <a:pt x="5793563" y="2592057"/>
                  </a:cubicBezTo>
                  <a:cubicBezTo>
                    <a:pt x="5821916" y="2599993"/>
                    <a:pt x="5833970" y="2610553"/>
                    <a:pt x="5816242" y="2594041"/>
                  </a:cubicBezTo>
                  <a:cubicBezTo>
                    <a:pt x="5798515" y="2577529"/>
                    <a:pt x="5792104" y="2565625"/>
                    <a:pt x="5767948" y="2546473"/>
                  </a:cubicBezTo>
                  <a:cubicBezTo>
                    <a:pt x="5743875" y="2527321"/>
                    <a:pt x="5742448" y="2525337"/>
                    <a:pt x="5735347" y="2510809"/>
                  </a:cubicBezTo>
                  <a:cubicBezTo>
                    <a:pt x="5728247" y="2496265"/>
                    <a:pt x="5703435" y="2479097"/>
                    <a:pt x="5675771" y="2467865"/>
                  </a:cubicBezTo>
                  <a:cubicBezTo>
                    <a:pt x="5648106" y="2456633"/>
                    <a:pt x="5632281" y="2455075"/>
                    <a:pt x="5599861" y="2446057"/>
                  </a:cubicBezTo>
                  <a:cubicBezTo>
                    <a:pt x="5566489" y="2436808"/>
                    <a:pt x="5560848" y="2469849"/>
                    <a:pt x="5549484" y="2472489"/>
                  </a:cubicBezTo>
                  <a:close/>
                  <a:moveTo>
                    <a:pt x="5362866" y="2406424"/>
                  </a:moveTo>
                  <a:cubicBezTo>
                    <a:pt x="5352240" y="2413820"/>
                    <a:pt x="5350928" y="2409310"/>
                    <a:pt x="5342974" y="2404375"/>
                  </a:cubicBezTo>
                  <a:cubicBezTo>
                    <a:pt x="5335021" y="2399423"/>
                    <a:pt x="5337218" y="2414656"/>
                    <a:pt x="5319524" y="2406424"/>
                  </a:cubicBezTo>
                  <a:cubicBezTo>
                    <a:pt x="5301863" y="2398177"/>
                    <a:pt x="5295238" y="2394077"/>
                    <a:pt x="5276264" y="2408081"/>
                  </a:cubicBezTo>
                  <a:cubicBezTo>
                    <a:pt x="5257209" y="2422067"/>
                    <a:pt x="5269196" y="2427839"/>
                    <a:pt x="5268721" y="2437710"/>
                  </a:cubicBezTo>
                  <a:cubicBezTo>
                    <a:pt x="5268278" y="2447565"/>
                    <a:pt x="5252814" y="2475555"/>
                    <a:pt x="5247074" y="2485820"/>
                  </a:cubicBezTo>
                  <a:cubicBezTo>
                    <a:pt x="5241368" y="2496117"/>
                    <a:pt x="5241368" y="2499823"/>
                    <a:pt x="5245762" y="2506414"/>
                  </a:cubicBezTo>
                  <a:cubicBezTo>
                    <a:pt x="5250158" y="2512990"/>
                    <a:pt x="5256389" y="2510514"/>
                    <a:pt x="5259029" y="2513810"/>
                  </a:cubicBezTo>
                  <a:cubicBezTo>
                    <a:pt x="5261702" y="2517089"/>
                    <a:pt x="5259029" y="2543029"/>
                    <a:pt x="5255946" y="2551671"/>
                  </a:cubicBezTo>
                  <a:cubicBezTo>
                    <a:pt x="5252830" y="2560312"/>
                    <a:pt x="5263457" y="2561968"/>
                    <a:pt x="5274477" y="2559476"/>
                  </a:cubicBezTo>
                  <a:cubicBezTo>
                    <a:pt x="5285546" y="2557000"/>
                    <a:pt x="5275789" y="2556180"/>
                    <a:pt x="5275789" y="2547145"/>
                  </a:cubicBezTo>
                  <a:cubicBezTo>
                    <a:pt x="5275789" y="2538077"/>
                    <a:pt x="5281102" y="2533978"/>
                    <a:pt x="5281102" y="2517089"/>
                  </a:cubicBezTo>
                  <a:cubicBezTo>
                    <a:pt x="5281102" y="2500233"/>
                    <a:pt x="5281102" y="2492411"/>
                    <a:pt x="5281102" y="2492411"/>
                  </a:cubicBezTo>
                  <a:cubicBezTo>
                    <a:pt x="5281102" y="2492411"/>
                    <a:pt x="5284218" y="2490755"/>
                    <a:pt x="5288203" y="2496511"/>
                  </a:cubicBezTo>
                  <a:cubicBezTo>
                    <a:pt x="5292155" y="2502266"/>
                    <a:pt x="5297911" y="2518319"/>
                    <a:pt x="5302748" y="2526550"/>
                  </a:cubicBezTo>
                  <a:cubicBezTo>
                    <a:pt x="5307619" y="2534782"/>
                    <a:pt x="5312456" y="2540947"/>
                    <a:pt x="5320000" y="2535192"/>
                  </a:cubicBezTo>
                  <a:cubicBezTo>
                    <a:pt x="5327478" y="2529436"/>
                    <a:pt x="5334545" y="2522861"/>
                    <a:pt x="5334545" y="2522861"/>
                  </a:cubicBezTo>
                  <a:cubicBezTo>
                    <a:pt x="5334545" y="2522861"/>
                    <a:pt x="5320000" y="2518335"/>
                    <a:pt x="5320000" y="2513400"/>
                  </a:cubicBezTo>
                  <a:cubicBezTo>
                    <a:pt x="5320000" y="2508448"/>
                    <a:pt x="5326182" y="2504348"/>
                    <a:pt x="5315966" y="2487886"/>
                  </a:cubicBezTo>
                  <a:cubicBezTo>
                    <a:pt x="5305815" y="2471439"/>
                    <a:pt x="5300534" y="2470603"/>
                    <a:pt x="5313358" y="2469767"/>
                  </a:cubicBezTo>
                  <a:cubicBezTo>
                    <a:pt x="5326182" y="2468947"/>
                    <a:pt x="5325739" y="2456190"/>
                    <a:pt x="5333217" y="2452500"/>
                  </a:cubicBezTo>
                  <a:cubicBezTo>
                    <a:pt x="5340728" y="2448795"/>
                    <a:pt x="5351354" y="2450041"/>
                    <a:pt x="5351354" y="2450041"/>
                  </a:cubicBezTo>
                  <a:cubicBezTo>
                    <a:pt x="5351354" y="2450041"/>
                    <a:pt x="5343811" y="2442236"/>
                    <a:pt x="5332348" y="2445515"/>
                  </a:cubicBezTo>
                  <a:cubicBezTo>
                    <a:pt x="5320885" y="2448795"/>
                    <a:pt x="5310702" y="2450451"/>
                    <a:pt x="5300944" y="2455796"/>
                  </a:cubicBezTo>
                  <a:cubicBezTo>
                    <a:pt x="5291269" y="2461142"/>
                    <a:pt x="5282840" y="2464438"/>
                    <a:pt x="5281085" y="2454567"/>
                  </a:cubicBezTo>
                  <a:cubicBezTo>
                    <a:pt x="5279331" y="2444695"/>
                    <a:pt x="5278052" y="2442236"/>
                    <a:pt x="5279331" y="2428643"/>
                  </a:cubicBezTo>
                  <a:cubicBezTo>
                    <a:pt x="5280643" y="2415082"/>
                    <a:pt x="5296074" y="2425363"/>
                    <a:pt x="5307619" y="2422067"/>
                  </a:cubicBezTo>
                  <a:cubicBezTo>
                    <a:pt x="5319114" y="2418772"/>
                    <a:pt x="5319114" y="2419608"/>
                    <a:pt x="5344286" y="2421248"/>
                  </a:cubicBezTo>
                  <a:cubicBezTo>
                    <a:pt x="5369458" y="2422904"/>
                    <a:pt x="5371213" y="2417132"/>
                    <a:pt x="5378756" y="2406867"/>
                  </a:cubicBezTo>
                  <a:cubicBezTo>
                    <a:pt x="5386234" y="2396570"/>
                    <a:pt x="5390629" y="2384633"/>
                    <a:pt x="5390629" y="2384633"/>
                  </a:cubicBezTo>
                  <a:cubicBezTo>
                    <a:pt x="5390629" y="2384633"/>
                    <a:pt x="5373410" y="2399029"/>
                    <a:pt x="5362866" y="2406424"/>
                  </a:cubicBezTo>
                  <a:close/>
                  <a:moveTo>
                    <a:pt x="5422508" y="2370416"/>
                  </a:moveTo>
                  <a:cubicBezTo>
                    <a:pt x="5424739" y="2366317"/>
                    <a:pt x="5404010" y="2384616"/>
                    <a:pt x="5400124" y="2388240"/>
                  </a:cubicBezTo>
                  <a:cubicBezTo>
                    <a:pt x="5396237" y="2391880"/>
                    <a:pt x="5400124" y="2397144"/>
                    <a:pt x="5402945" y="2402456"/>
                  </a:cubicBezTo>
                  <a:cubicBezTo>
                    <a:pt x="5405798" y="2407736"/>
                    <a:pt x="5405109" y="2425904"/>
                    <a:pt x="5406175" y="2429856"/>
                  </a:cubicBezTo>
                  <a:cubicBezTo>
                    <a:pt x="5407274" y="2433824"/>
                    <a:pt x="5417868" y="2437464"/>
                    <a:pt x="5417868" y="2437464"/>
                  </a:cubicBezTo>
                  <a:cubicBezTo>
                    <a:pt x="5417868" y="2437464"/>
                    <a:pt x="5417572" y="2425265"/>
                    <a:pt x="5421426" y="2419641"/>
                  </a:cubicBezTo>
                  <a:cubicBezTo>
                    <a:pt x="5425313" y="2414033"/>
                    <a:pt x="5421426" y="2407080"/>
                    <a:pt x="5421426" y="2396865"/>
                  </a:cubicBezTo>
                  <a:cubicBezTo>
                    <a:pt x="5421410" y="2386600"/>
                    <a:pt x="5415769" y="2382649"/>
                    <a:pt x="5422508" y="2370416"/>
                  </a:cubicBezTo>
                  <a:close/>
                  <a:moveTo>
                    <a:pt x="5381692" y="2478884"/>
                  </a:moveTo>
                  <a:cubicBezTo>
                    <a:pt x="5365424" y="2472653"/>
                    <a:pt x="5359340" y="2476736"/>
                    <a:pt x="5359340" y="2485262"/>
                  </a:cubicBezTo>
                  <a:cubicBezTo>
                    <a:pt x="5359340" y="2493756"/>
                    <a:pt x="5357504" y="2497986"/>
                    <a:pt x="5374870" y="2497986"/>
                  </a:cubicBezTo>
                  <a:cubicBezTo>
                    <a:pt x="5392253" y="2497986"/>
                    <a:pt x="5411849" y="2490345"/>
                    <a:pt x="5381692" y="2478884"/>
                  </a:cubicBezTo>
                  <a:close/>
                  <a:moveTo>
                    <a:pt x="5414112" y="2473358"/>
                  </a:moveTo>
                  <a:cubicBezTo>
                    <a:pt x="5410078" y="2474588"/>
                    <a:pt x="5405913" y="2487377"/>
                    <a:pt x="5408176" y="2495018"/>
                  </a:cubicBezTo>
                  <a:cubicBezTo>
                    <a:pt x="5410406" y="2502676"/>
                    <a:pt x="5413194" y="2497576"/>
                    <a:pt x="5422361" y="2495871"/>
                  </a:cubicBezTo>
                  <a:cubicBezTo>
                    <a:pt x="5431478" y="2494166"/>
                    <a:pt x="5430085" y="2486951"/>
                    <a:pt x="5441482" y="2486098"/>
                  </a:cubicBezTo>
                  <a:cubicBezTo>
                    <a:pt x="5452912" y="2485262"/>
                    <a:pt x="5476624" y="2494166"/>
                    <a:pt x="5476624" y="2494166"/>
                  </a:cubicBezTo>
                  <a:cubicBezTo>
                    <a:pt x="5476624" y="2494166"/>
                    <a:pt x="5481675" y="2488230"/>
                    <a:pt x="5463440" y="2476752"/>
                  </a:cubicBezTo>
                  <a:cubicBezTo>
                    <a:pt x="5445139" y="2465258"/>
                    <a:pt x="5436906" y="2466127"/>
                    <a:pt x="5414112" y="2473358"/>
                  </a:cubicBezTo>
                  <a:close/>
                  <a:moveTo>
                    <a:pt x="5089597" y="2053180"/>
                  </a:moveTo>
                  <a:cubicBezTo>
                    <a:pt x="5089597" y="2053180"/>
                    <a:pt x="5073264" y="2053672"/>
                    <a:pt x="5070771" y="2053672"/>
                  </a:cubicBezTo>
                  <a:cubicBezTo>
                    <a:pt x="5068312" y="2053672"/>
                    <a:pt x="5062605" y="2059969"/>
                    <a:pt x="5058538" y="2062444"/>
                  </a:cubicBezTo>
                  <a:cubicBezTo>
                    <a:pt x="5054471" y="2064920"/>
                    <a:pt x="5054471" y="2068380"/>
                    <a:pt x="5057325" y="2074824"/>
                  </a:cubicBezTo>
                  <a:cubicBezTo>
                    <a:pt x="5060112" y="2081269"/>
                    <a:pt x="5064950" y="2081596"/>
                    <a:pt x="5072887" y="2083745"/>
                  </a:cubicBezTo>
                  <a:cubicBezTo>
                    <a:pt x="5080873" y="2085909"/>
                    <a:pt x="5078020" y="2080285"/>
                    <a:pt x="5083907" y="2078137"/>
                  </a:cubicBezTo>
                  <a:cubicBezTo>
                    <a:pt x="5089728" y="2076005"/>
                    <a:pt x="5091352" y="2070709"/>
                    <a:pt x="5092631" y="2065921"/>
                  </a:cubicBezTo>
                  <a:cubicBezTo>
                    <a:pt x="5093845" y="2061133"/>
                    <a:pt x="5097715" y="2058985"/>
                    <a:pt x="5099191" y="2057345"/>
                  </a:cubicBezTo>
                  <a:cubicBezTo>
                    <a:pt x="5100585" y="2055689"/>
                    <a:pt x="5094533" y="2050081"/>
                    <a:pt x="5094533" y="2049573"/>
                  </a:cubicBezTo>
                  <a:cubicBezTo>
                    <a:pt x="5094550" y="2049048"/>
                    <a:pt x="5089597" y="2053180"/>
                    <a:pt x="5089597" y="2053180"/>
                  </a:cubicBezTo>
                  <a:close/>
                  <a:moveTo>
                    <a:pt x="5281676" y="2076136"/>
                  </a:moveTo>
                  <a:cubicBezTo>
                    <a:pt x="5275264" y="2071397"/>
                    <a:pt x="5271705" y="2088024"/>
                    <a:pt x="5269951" y="2096616"/>
                  </a:cubicBezTo>
                  <a:cubicBezTo>
                    <a:pt x="5268163" y="2105208"/>
                    <a:pt x="5266064" y="2110816"/>
                    <a:pt x="5269213" y="2117096"/>
                  </a:cubicBezTo>
                  <a:cubicBezTo>
                    <a:pt x="5272476" y="2123376"/>
                    <a:pt x="5271000" y="2125360"/>
                    <a:pt x="5271000" y="2125360"/>
                  </a:cubicBezTo>
                  <a:lnTo>
                    <a:pt x="5261768" y="2118424"/>
                  </a:lnTo>
                  <a:cubicBezTo>
                    <a:pt x="5261768" y="2118424"/>
                    <a:pt x="5259308" y="2126361"/>
                    <a:pt x="5259308" y="2133297"/>
                  </a:cubicBezTo>
                  <a:cubicBezTo>
                    <a:pt x="5259308" y="2140233"/>
                    <a:pt x="5256454" y="2143201"/>
                    <a:pt x="5267114" y="2148153"/>
                  </a:cubicBezTo>
                  <a:cubicBezTo>
                    <a:pt x="5277740" y="2153105"/>
                    <a:pt x="5281299" y="2150465"/>
                    <a:pt x="5282692" y="2158073"/>
                  </a:cubicBezTo>
                  <a:cubicBezTo>
                    <a:pt x="5284119" y="2165665"/>
                    <a:pt x="5284119" y="2168961"/>
                    <a:pt x="5291220" y="2170289"/>
                  </a:cubicBezTo>
                  <a:cubicBezTo>
                    <a:pt x="5298321" y="2171617"/>
                    <a:pt x="5306454" y="2174568"/>
                    <a:pt x="5309324" y="2179225"/>
                  </a:cubicBezTo>
                  <a:cubicBezTo>
                    <a:pt x="5312112" y="2183833"/>
                    <a:pt x="5310718" y="2166976"/>
                    <a:pt x="5315671" y="2167977"/>
                  </a:cubicBezTo>
                  <a:cubicBezTo>
                    <a:pt x="5320656" y="2168977"/>
                    <a:pt x="5326363" y="2175241"/>
                    <a:pt x="5329921" y="2180865"/>
                  </a:cubicBezTo>
                  <a:cubicBezTo>
                    <a:pt x="5333480" y="2186456"/>
                    <a:pt x="5338744" y="2186801"/>
                    <a:pt x="5338744" y="2186801"/>
                  </a:cubicBezTo>
                  <a:cubicBezTo>
                    <a:pt x="5338744" y="2186801"/>
                    <a:pt x="5330610" y="2173257"/>
                    <a:pt x="5334168" y="2171617"/>
                  </a:cubicBezTo>
                  <a:cubicBezTo>
                    <a:pt x="5337694" y="2169961"/>
                    <a:pt x="5338744" y="2168633"/>
                    <a:pt x="5329511" y="2163025"/>
                  </a:cubicBezTo>
                  <a:cubicBezTo>
                    <a:pt x="5320311" y="2157417"/>
                    <a:pt x="5312883" y="2158745"/>
                    <a:pt x="5305766" y="2157745"/>
                  </a:cubicBezTo>
                  <a:cubicBezTo>
                    <a:pt x="5298698" y="2156761"/>
                    <a:pt x="5298698" y="2162697"/>
                    <a:pt x="5293352" y="2148841"/>
                  </a:cubicBezTo>
                  <a:cubicBezTo>
                    <a:pt x="5288038" y="2134969"/>
                    <a:pt x="5292286" y="2126393"/>
                    <a:pt x="5292286" y="2123409"/>
                  </a:cubicBezTo>
                  <a:cubicBezTo>
                    <a:pt x="5292286" y="2120441"/>
                    <a:pt x="5296173" y="2128050"/>
                    <a:pt x="5300452" y="2118457"/>
                  </a:cubicBezTo>
                  <a:cubicBezTo>
                    <a:pt x="5304667" y="2108881"/>
                    <a:pt x="5305766" y="2101289"/>
                    <a:pt x="5305061" y="2092041"/>
                  </a:cubicBezTo>
                  <a:cubicBezTo>
                    <a:pt x="5304323" y="2082793"/>
                    <a:pt x="5311390" y="2079170"/>
                    <a:pt x="5306093" y="2078842"/>
                  </a:cubicBezTo>
                  <a:cubicBezTo>
                    <a:pt x="5300764" y="2078464"/>
                    <a:pt x="5285201" y="2078776"/>
                    <a:pt x="5281676" y="2076136"/>
                  </a:cubicBezTo>
                  <a:close/>
                  <a:moveTo>
                    <a:pt x="5366097" y="2253619"/>
                  </a:moveTo>
                  <a:cubicBezTo>
                    <a:pt x="5367162" y="2260309"/>
                    <a:pt x="5359718" y="2251783"/>
                    <a:pt x="5356930" y="2255620"/>
                  </a:cubicBezTo>
                  <a:cubicBezTo>
                    <a:pt x="5354109" y="2259473"/>
                    <a:pt x="5352650" y="2258702"/>
                    <a:pt x="5348107" y="2260572"/>
                  </a:cubicBezTo>
                  <a:cubicBezTo>
                    <a:pt x="5343630" y="2262425"/>
                    <a:pt x="5332725" y="2272574"/>
                    <a:pt x="5332725" y="2272574"/>
                  </a:cubicBezTo>
                  <a:cubicBezTo>
                    <a:pt x="5332725" y="2272574"/>
                    <a:pt x="5332578" y="2266015"/>
                    <a:pt x="5332840" y="2264540"/>
                  </a:cubicBezTo>
                  <a:cubicBezTo>
                    <a:pt x="5333135" y="2263031"/>
                    <a:pt x="5329511" y="2255374"/>
                    <a:pt x="5326215" y="2260572"/>
                  </a:cubicBezTo>
                  <a:cubicBezTo>
                    <a:pt x="5322886" y="2265769"/>
                    <a:pt x="5319688" y="2269115"/>
                    <a:pt x="5312227" y="2272820"/>
                  </a:cubicBezTo>
                  <a:cubicBezTo>
                    <a:pt x="5304782" y="2276543"/>
                    <a:pt x="5300141" y="2282003"/>
                    <a:pt x="5299223" y="2288693"/>
                  </a:cubicBezTo>
                  <a:cubicBezTo>
                    <a:pt x="5298271" y="2295383"/>
                    <a:pt x="5303765" y="2295137"/>
                    <a:pt x="5303765" y="2295137"/>
                  </a:cubicBezTo>
                  <a:cubicBezTo>
                    <a:pt x="5303765" y="2295137"/>
                    <a:pt x="5306651" y="2292907"/>
                    <a:pt x="5311604" y="2285233"/>
                  </a:cubicBezTo>
                  <a:cubicBezTo>
                    <a:pt x="5316507" y="2277559"/>
                    <a:pt x="5317392" y="2277805"/>
                    <a:pt x="5326330" y="2276674"/>
                  </a:cubicBezTo>
                  <a:cubicBezTo>
                    <a:pt x="5335267" y="2275575"/>
                    <a:pt x="5334578" y="2275690"/>
                    <a:pt x="5337399" y="2280511"/>
                  </a:cubicBezTo>
                  <a:cubicBezTo>
                    <a:pt x="5340187" y="2285348"/>
                    <a:pt x="5338055" y="2292661"/>
                    <a:pt x="5338317" y="2297990"/>
                  </a:cubicBezTo>
                  <a:cubicBezTo>
                    <a:pt x="5338580" y="2303303"/>
                    <a:pt x="5338055" y="2309747"/>
                    <a:pt x="5347222" y="2312846"/>
                  </a:cubicBezTo>
                  <a:cubicBezTo>
                    <a:pt x="5356422" y="2315945"/>
                    <a:pt x="5352026" y="2313092"/>
                    <a:pt x="5360406" y="2312354"/>
                  </a:cubicBezTo>
                  <a:cubicBezTo>
                    <a:pt x="5368802" y="2311600"/>
                    <a:pt x="5368655" y="2311846"/>
                    <a:pt x="5367441" y="2307648"/>
                  </a:cubicBezTo>
                  <a:cubicBezTo>
                    <a:pt x="5366261" y="2303434"/>
                    <a:pt x="5363735" y="2299712"/>
                    <a:pt x="5363161" y="2294776"/>
                  </a:cubicBezTo>
                  <a:cubicBezTo>
                    <a:pt x="5362653" y="2289808"/>
                    <a:pt x="5367999" y="2287709"/>
                    <a:pt x="5369721" y="2286725"/>
                  </a:cubicBezTo>
                  <a:cubicBezTo>
                    <a:pt x="5371443" y="2285725"/>
                    <a:pt x="5372541" y="2291677"/>
                    <a:pt x="5375067" y="2297859"/>
                  </a:cubicBezTo>
                  <a:cubicBezTo>
                    <a:pt x="5377592" y="2304073"/>
                    <a:pt x="5378625" y="2303795"/>
                    <a:pt x="5379675" y="2299089"/>
                  </a:cubicBezTo>
                  <a:cubicBezTo>
                    <a:pt x="5380773" y="2294399"/>
                    <a:pt x="5383676" y="2283249"/>
                    <a:pt x="5382643" y="2277297"/>
                  </a:cubicBezTo>
                  <a:cubicBezTo>
                    <a:pt x="5381544" y="2271345"/>
                    <a:pt x="5381036" y="2266770"/>
                    <a:pt x="5381036" y="2261818"/>
                  </a:cubicBezTo>
                  <a:cubicBezTo>
                    <a:pt x="5381036" y="2256866"/>
                    <a:pt x="5376904" y="2250914"/>
                    <a:pt x="5374477" y="2249192"/>
                  </a:cubicBezTo>
                  <a:cubicBezTo>
                    <a:pt x="5372098" y="2247454"/>
                    <a:pt x="5363883" y="2240157"/>
                    <a:pt x="5363883" y="2240157"/>
                  </a:cubicBezTo>
                  <a:cubicBezTo>
                    <a:pt x="5363883" y="2240157"/>
                    <a:pt x="5365063" y="2246946"/>
                    <a:pt x="5366097" y="2253619"/>
                  </a:cubicBezTo>
                  <a:close/>
                  <a:moveTo>
                    <a:pt x="5325231" y="2213184"/>
                  </a:moveTo>
                  <a:cubicBezTo>
                    <a:pt x="5325231" y="2213184"/>
                    <a:pt x="5325411" y="2208970"/>
                    <a:pt x="5317753" y="2201411"/>
                  </a:cubicBezTo>
                  <a:cubicBezTo>
                    <a:pt x="5310029" y="2193851"/>
                    <a:pt x="5309832" y="2191654"/>
                    <a:pt x="5298042" y="2189637"/>
                  </a:cubicBezTo>
                  <a:cubicBezTo>
                    <a:pt x="5286349" y="2187637"/>
                    <a:pt x="5274559" y="2190654"/>
                    <a:pt x="5279511" y="2203263"/>
                  </a:cubicBezTo>
                  <a:cubicBezTo>
                    <a:pt x="5284496" y="2215873"/>
                    <a:pt x="5285923" y="2217709"/>
                    <a:pt x="5295894" y="2219234"/>
                  </a:cubicBezTo>
                  <a:cubicBezTo>
                    <a:pt x="5305782" y="2220759"/>
                    <a:pt x="5311866" y="2215365"/>
                    <a:pt x="5311866" y="2215365"/>
                  </a:cubicBezTo>
                  <a:cubicBezTo>
                    <a:pt x="5311866" y="2215365"/>
                    <a:pt x="5312604" y="2217382"/>
                    <a:pt x="5303224" y="2223285"/>
                  </a:cubicBezTo>
                  <a:cubicBezTo>
                    <a:pt x="5293844" y="2229171"/>
                    <a:pt x="5292778" y="2240436"/>
                    <a:pt x="5300108" y="2244798"/>
                  </a:cubicBezTo>
                  <a:cubicBezTo>
                    <a:pt x="5307471" y="2249176"/>
                    <a:pt x="5307291" y="2255899"/>
                    <a:pt x="5311505" y="2252521"/>
                  </a:cubicBezTo>
                  <a:cubicBezTo>
                    <a:pt x="5315687" y="2249176"/>
                    <a:pt x="5318835" y="2237566"/>
                    <a:pt x="5327445" y="2229482"/>
                  </a:cubicBezTo>
                  <a:cubicBezTo>
                    <a:pt x="5336087" y="2221415"/>
                    <a:pt x="5336612" y="2220251"/>
                    <a:pt x="5337743" y="2211675"/>
                  </a:cubicBezTo>
                  <a:cubicBezTo>
                    <a:pt x="5338809" y="2203099"/>
                    <a:pt x="5337924" y="2196213"/>
                    <a:pt x="5337924" y="2196213"/>
                  </a:cubicBezTo>
                  <a:lnTo>
                    <a:pt x="5325231" y="2213184"/>
                  </a:lnTo>
                  <a:close/>
                  <a:moveTo>
                    <a:pt x="5345352" y="2188965"/>
                  </a:moveTo>
                  <a:cubicBezTo>
                    <a:pt x="5344286" y="2189834"/>
                    <a:pt x="5338137" y="2188358"/>
                    <a:pt x="5344516" y="2194540"/>
                  </a:cubicBezTo>
                  <a:cubicBezTo>
                    <a:pt x="5350928" y="2200738"/>
                    <a:pt x="5356782" y="2202099"/>
                    <a:pt x="5355979" y="2206691"/>
                  </a:cubicBezTo>
                  <a:cubicBezTo>
                    <a:pt x="5355175" y="2211282"/>
                    <a:pt x="5355683" y="2212134"/>
                    <a:pt x="5352125" y="2211643"/>
                  </a:cubicBezTo>
                  <a:cubicBezTo>
                    <a:pt x="5348534" y="2211134"/>
                    <a:pt x="5347468" y="2210281"/>
                    <a:pt x="5345860" y="2210150"/>
                  </a:cubicBezTo>
                  <a:cubicBezTo>
                    <a:pt x="5344286" y="2210019"/>
                    <a:pt x="5344024" y="2213118"/>
                    <a:pt x="5345057" y="2215955"/>
                  </a:cubicBezTo>
                  <a:cubicBezTo>
                    <a:pt x="5346123" y="2218808"/>
                    <a:pt x="5345860" y="2215594"/>
                    <a:pt x="5348911" y="2220431"/>
                  </a:cubicBezTo>
                  <a:cubicBezTo>
                    <a:pt x="5351994" y="2225269"/>
                    <a:pt x="5351223" y="2226875"/>
                    <a:pt x="5352125" y="2232450"/>
                  </a:cubicBezTo>
                  <a:cubicBezTo>
                    <a:pt x="5353076" y="2238009"/>
                    <a:pt x="5355454" y="2235287"/>
                    <a:pt x="5355454" y="2235287"/>
                  </a:cubicBezTo>
                  <a:cubicBezTo>
                    <a:pt x="5355454" y="2235287"/>
                    <a:pt x="5354650" y="2221907"/>
                    <a:pt x="5355011" y="2219185"/>
                  </a:cubicBezTo>
                  <a:cubicBezTo>
                    <a:pt x="5355454" y="2216447"/>
                    <a:pt x="5353945" y="2209904"/>
                    <a:pt x="5358488" y="2212003"/>
                  </a:cubicBezTo>
                  <a:cubicBezTo>
                    <a:pt x="5363030" y="2214102"/>
                    <a:pt x="5361816" y="2222038"/>
                    <a:pt x="5364457" y="2214594"/>
                  </a:cubicBezTo>
                  <a:cubicBezTo>
                    <a:pt x="5367130" y="2207182"/>
                    <a:pt x="5365933" y="2200607"/>
                    <a:pt x="5364605" y="2194655"/>
                  </a:cubicBezTo>
                  <a:cubicBezTo>
                    <a:pt x="5363276" y="2188703"/>
                    <a:pt x="5358635" y="2188473"/>
                    <a:pt x="5353142" y="2188473"/>
                  </a:cubicBezTo>
                  <a:cubicBezTo>
                    <a:pt x="5347730" y="2188473"/>
                    <a:pt x="5345352" y="2188965"/>
                    <a:pt x="5345352" y="2188965"/>
                  </a:cubicBezTo>
                  <a:close/>
                  <a:moveTo>
                    <a:pt x="5253585" y="2211888"/>
                  </a:moveTo>
                  <a:cubicBezTo>
                    <a:pt x="5250945" y="2212544"/>
                    <a:pt x="5249305" y="2215119"/>
                    <a:pt x="5247731" y="2224153"/>
                  </a:cubicBezTo>
                  <a:cubicBezTo>
                    <a:pt x="5246091" y="2233205"/>
                    <a:pt x="5241023" y="2237911"/>
                    <a:pt x="5235612" y="2243223"/>
                  </a:cubicBezTo>
                  <a:cubicBezTo>
                    <a:pt x="5230151" y="2248552"/>
                    <a:pt x="5215359" y="2262802"/>
                    <a:pt x="5214621" y="2265638"/>
                  </a:cubicBezTo>
                  <a:cubicBezTo>
                    <a:pt x="5213785" y="2268475"/>
                    <a:pt x="5213638" y="2266753"/>
                    <a:pt x="5224740" y="2261539"/>
                  </a:cubicBezTo>
                  <a:cubicBezTo>
                    <a:pt x="5235759" y="2256341"/>
                    <a:pt x="5244516" y="2249422"/>
                    <a:pt x="5245844" y="2242338"/>
                  </a:cubicBezTo>
                  <a:cubicBezTo>
                    <a:pt x="5247206" y="2235287"/>
                    <a:pt x="5244533" y="2239632"/>
                    <a:pt x="5254274" y="2235041"/>
                  </a:cubicBezTo>
                  <a:cubicBezTo>
                    <a:pt x="5263982" y="2230450"/>
                    <a:pt x="5259029" y="2228974"/>
                    <a:pt x="5259439" y="2221776"/>
                  </a:cubicBezTo>
                  <a:cubicBezTo>
                    <a:pt x="5259767" y="2214594"/>
                    <a:pt x="5258423" y="2210642"/>
                    <a:pt x="5253585" y="2211888"/>
                  </a:cubicBezTo>
                  <a:close/>
                  <a:moveTo>
                    <a:pt x="5840890" y="2482393"/>
                  </a:moveTo>
                  <a:cubicBezTo>
                    <a:pt x="5839709" y="2491575"/>
                    <a:pt x="5843563" y="2494297"/>
                    <a:pt x="5835035" y="2501053"/>
                  </a:cubicBezTo>
                  <a:cubicBezTo>
                    <a:pt x="5826492" y="2507825"/>
                    <a:pt x="5816931" y="2507825"/>
                    <a:pt x="5807846" y="2509300"/>
                  </a:cubicBezTo>
                  <a:cubicBezTo>
                    <a:pt x="5798827" y="2510793"/>
                    <a:pt x="5805435" y="2507825"/>
                    <a:pt x="5794252" y="2507497"/>
                  </a:cubicBezTo>
                  <a:cubicBezTo>
                    <a:pt x="5783084" y="2507152"/>
                    <a:pt x="5780214" y="2507989"/>
                    <a:pt x="5785347" y="2513596"/>
                  </a:cubicBezTo>
                  <a:cubicBezTo>
                    <a:pt x="5790513" y="2519221"/>
                    <a:pt x="5789234" y="2524664"/>
                    <a:pt x="5805747" y="2524009"/>
                  </a:cubicBezTo>
                  <a:cubicBezTo>
                    <a:pt x="5822277" y="2523336"/>
                    <a:pt x="5835855" y="2514433"/>
                    <a:pt x="5846531" y="2511137"/>
                  </a:cubicBezTo>
                  <a:cubicBezTo>
                    <a:pt x="5857223" y="2507825"/>
                    <a:pt x="5856304" y="2499232"/>
                    <a:pt x="5857223" y="2495281"/>
                  </a:cubicBezTo>
                  <a:cubicBezTo>
                    <a:pt x="5858108" y="2491313"/>
                    <a:pt x="5842087" y="2472489"/>
                    <a:pt x="5840890" y="2482393"/>
                  </a:cubicBezTo>
                  <a:close/>
                  <a:moveTo>
                    <a:pt x="5886970" y="2502217"/>
                  </a:moveTo>
                  <a:cubicBezTo>
                    <a:pt x="5891545" y="2508694"/>
                    <a:pt x="5889823" y="2507677"/>
                    <a:pt x="5895661" y="2516253"/>
                  </a:cubicBezTo>
                  <a:cubicBezTo>
                    <a:pt x="5901516" y="2524829"/>
                    <a:pt x="5910797" y="2526337"/>
                    <a:pt x="5917685" y="2528649"/>
                  </a:cubicBezTo>
                  <a:cubicBezTo>
                    <a:pt x="5924606" y="2530961"/>
                    <a:pt x="5917718" y="2526173"/>
                    <a:pt x="5912552" y="2519237"/>
                  </a:cubicBezTo>
                  <a:cubicBezTo>
                    <a:pt x="5907420" y="2512301"/>
                    <a:pt x="5907059" y="2508497"/>
                    <a:pt x="5899400" y="2501561"/>
                  </a:cubicBezTo>
                  <a:cubicBezTo>
                    <a:pt x="5891775" y="2494625"/>
                    <a:pt x="5879017" y="2490821"/>
                    <a:pt x="5886970" y="2502217"/>
                  </a:cubicBezTo>
                  <a:close/>
                  <a:moveTo>
                    <a:pt x="5287875" y="1946828"/>
                  </a:moveTo>
                  <a:cubicBezTo>
                    <a:pt x="5265129" y="1961274"/>
                    <a:pt x="5254864" y="1960208"/>
                    <a:pt x="5263949" y="1978540"/>
                  </a:cubicBezTo>
                  <a:cubicBezTo>
                    <a:pt x="5273001" y="1996872"/>
                    <a:pt x="5278642" y="2004628"/>
                    <a:pt x="5279921" y="2008104"/>
                  </a:cubicBezTo>
                  <a:cubicBezTo>
                    <a:pt x="5281135" y="2011581"/>
                    <a:pt x="5285743" y="2005792"/>
                    <a:pt x="5291942" y="1991264"/>
                  </a:cubicBezTo>
                  <a:cubicBezTo>
                    <a:pt x="5298173" y="1976737"/>
                    <a:pt x="5298862" y="1957732"/>
                    <a:pt x="5301322" y="1951960"/>
                  </a:cubicBezTo>
                  <a:cubicBezTo>
                    <a:pt x="5303847" y="1946156"/>
                    <a:pt x="5295681" y="1941860"/>
                    <a:pt x="5287875" y="1946828"/>
                  </a:cubicBezTo>
                  <a:close/>
                  <a:moveTo>
                    <a:pt x="5677197" y="1234207"/>
                  </a:moveTo>
                  <a:cubicBezTo>
                    <a:pt x="5679657" y="1243799"/>
                    <a:pt x="5682150" y="1258655"/>
                    <a:pt x="5676509" y="1260295"/>
                  </a:cubicBezTo>
                  <a:cubicBezTo>
                    <a:pt x="5670802" y="1261951"/>
                    <a:pt x="5666915" y="1272511"/>
                    <a:pt x="5665522" y="1283415"/>
                  </a:cubicBezTo>
                  <a:cubicBezTo>
                    <a:pt x="5664046" y="1294302"/>
                    <a:pt x="5661241" y="1308191"/>
                    <a:pt x="5667243" y="1316767"/>
                  </a:cubicBezTo>
                  <a:cubicBezTo>
                    <a:pt x="5673327" y="1325359"/>
                    <a:pt x="5668998" y="1326015"/>
                    <a:pt x="5668998" y="1333279"/>
                  </a:cubicBezTo>
                  <a:cubicBezTo>
                    <a:pt x="5668998" y="1340559"/>
                    <a:pt x="5671163" y="1359055"/>
                    <a:pt x="5667604" y="1369943"/>
                  </a:cubicBezTo>
                  <a:cubicBezTo>
                    <a:pt x="5664046" y="1380847"/>
                    <a:pt x="5661930" y="1383487"/>
                    <a:pt x="5663357" y="1395030"/>
                  </a:cubicBezTo>
                  <a:cubicBezTo>
                    <a:pt x="5664751" y="1406590"/>
                    <a:pt x="5663357" y="1408902"/>
                    <a:pt x="5663357" y="1425431"/>
                  </a:cubicBezTo>
                  <a:cubicBezTo>
                    <a:pt x="5663357" y="1441943"/>
                    <a:pt x="5662340" y="1455159"/>
                    <a:pt x="5663029" y="1461767"/>
                  </a:cubicBezTo>
                  <a:cubicBezTo>
                    <a:pt x="5663718" y="1468375"/>
                    <a:pt x="5667243" y="1458454"/>
                    <a:pt x="5669703" y="1456159"/>
                  </a:cubicBezTo>
                  <a:cubicBezTo>
                    <a:pt x="5672196" y="1453847"/>
                    <a:pt x="5681789" y="1452502"/>
                    <a:pt x="5687135" y="1458143"/>
                  </a:cubicBezTo>
                  <a:cubicBezTo>
                    <a:pt x="5692448" y="1463751"/>
                    <a:pt x="5692448" y="1463751"/>
                    <a:pt x="5692448" y="1463751"/>
                  </a:cubicBezTo>
                  <a:cubicBezTo>
                    <a:pt x="5692448" y="1463751"/>
                    <a:pt x="5700992" y="1467391"/>
                    <a:pt x="5689267" y="1442270"/>
                  </a:cubicBezTo>
                  <a:cubicBezTo>
                    <a:pt x="5677542" y="1417183"/>
                    <a:pt x="5675426" y="1422463"/>
                    <a:pt x="5678608" y="1399671"/>
                  </a:cubicBezTo>
                  <a:cubicBezTo>
                    <a:pt x="5681805" y="1376879"/>
                    <a:pt x="5683560" y="1376567"/>
                    <a:pt x="5695646" y="1374222"/>
                  </a:cubicBezTo>
                  <a:cubicBezTo>
                    <a:pt x="5707699" y="1371910"/>
                    <a:pt x="5714078" y="1388439"/>
                    <a:pt x="5715538" y="1390078"/>
                  </a:cubicBezTo>
                  <a:cubicBezTo>
                    <a:pt x="5716931" y="1391734"/>
                    <a:pt x="5714439" y="1384454"/>
                    <a:pt x="5710192" y="1371582"/>
                  </a:cubicBezTo>
                  <a:cubicBezTo>
                    <a:pt x="5705944" y="1358711"/>
                    <a:pt x="5702025" y="1354414"/>
                    <a:pt x="5700598" y="1338230"/>
                  </a:cubicBezTo>
                  <a:cubicBezTo>
                    <a:pt x="5699204" y="1322046"/>
                    <a:pt x="5694187" y="1308486"/>
                    <a:pt x="5687857" y="1303878"/>
                  </a:cubicBezTo>
                  <a:cubicBezTo>
                    <a:pt x="5681478" y="1299271"/>
                    <a:pt x="5684675" y="1291646"/>
                    <a:pt x="5687529" y="1285382"/>
                  </a:cubicBezTo>
                  <a:cubicBezTo>
                    <a:pt x="5690316" y="1279102"/>
                    <a:pt x="5691415" y="1269526"/>
                    <a:pt x="5689988" y="1258639"/>
                  </a:cubicBezTo>
                  <a:cubicBezTo>
                    <a:pt x="5688562" y="1247718"/>
                    <a:pt x="5685380" y="1232534"/>
                    <a:pt x="5683642" y="1226582"/>
                  </a:cubicBezTo>
                  <a:cubicBezTo>
                    <a:pt x="5681805" y="1220663"/>
                    <a:pt x="5674738" y="1230206"/>
                    <a:pt x="5674738" y="1230206"/>
                  </a:cubicBezTo>
                  <a:lnTo>
                    <a:pt x="5677197" y="1234207"/>
                  </a:lnTo>
                  <a:close/>
                  <a:moveTo>
                    <a:pt x="5666538" y="1487232"/>
                  </a:moveTo>
                  <a:cubicBezTo>
                    <a:pt x="5667227" y="1494479"/>
                    <a:pt x="5667965" y="1501071"/>
                    <a:pt x="5663029" y="1509335"/>
                  </a:cubicBezTo>
                  <a:cubicBezTo>
                    <a:pt x="5658011" y="1517599"/>
                    <a:pt x="5661569" y="1519583"/>
                    <a:pt x="5658782" y="1531127"/>
                  </a:cubicBezTo>
                  <a:cubicBezTo>
                    <a:pt x="5655928" y="1542687"/>
                    <a:pt x="5642071" y="1531127"/>
                    <a:pt x="5642071" y="1533455"/>
                  </a:cubicBezTo>
                  <a:cubicBezTo>
                    <a:pt x="5642071" y="1535767"/>
                    <a:pt x="5639939" y="1544031"/>
                    <a:pt x="5636397" y="1546999"/>
                  </a:cubicBezTo>
                  <a:cubicBezTo>
                    <a:pt x="5632839" y="1549967"/>
                    <a:pt x="5620786" y="1550639"/>
                    <a:pt x="5624344" y="1562199"/>
                  </a:cubicBezTo>
                  <a:cubicBezTo>
                    <a:pt x="5627903" y="1573759"/>
                    <a:pt x="5634315" y="1585975"/>
                    <a:pt x="5634315" y="1585975"/>
                  </a:cubicBezTo>
                  <a:cubicBezTo>
                    <a:pt x="5634315" y="1585975"/>
                    <a:pt x="5641382" y="1579367"/>
                    <a:pt x="5643481" y="1578711"/>
                  </a:cubicBezTo>
                  <a:cubicBezTo>
                    <a:pt x="5645646" y="1578055"/>
                    <a:pt x="5651287" y="1576399"/>
                    <a:pt x="5651287" y="1576399"/>
                  </a:cubicBezTo>
                  <a:cubicBezTo>
                    <a:pt x="5651287" y="1576399"/>
                    <a:pt x="5650254" y="1573087"/>
                    <a:pt x="5642465" y="1569463"/>
                  </a:cubicBezTo>
                  <a:cubicBezTo>
                    <a:pt x="5634659" y="1565823"/>
                    <a:pt x="5635364" y="1558231"/>
                    <a:pt x="5636414" y="1555919"/>
                  </a:cubicBezTo>
                  <a:cubicBezTo>
                    <a:pt x="5637512" y="1553607"/>
                    <a:pt x="5647401" y="1556592"/>
                    <a:pt x="5653780" y="1555919"/>
                  </a:cubicBezTo>
                  <a:cubicBezTo>
                    <a:pt x="5660192" y="1555263"/>
                    <a:pt x="5665538" y="1551951"/>
                    <a:pt x="5673344" y="1558231"/>
                  </a:cubicBezTo>
                  <a:cubicBezTo>
                    <a:pt x="5681117" y="1564512"/>
                    <a:pt x="5692465" y="1566823"/>
                    <a:pt x="5692465" y="1566823"/>
                  </a:cubicBezTo>
                  <a:cubicBezTo>
                    <a:pt x="5692465" y="1566823"/>
                    <a:pt x="5693858" y="1557575"/>
                    <a:pt x="5697417" y="1550951"/>
                  </a:cubicBezTo>
                  <a:cubicBezTo>
                    <a:pt x="5701008" y="1544359"/>
                    <a:pt x="5711258" y="1547327"/>
                    <a:pt x="5721556" y="1544359"/>
                  </a:cubicBezTo>
                  <a:cubicBezTo>
                    <a:pt x="5731855" y="1541375"/>
                    <a:pt x="5739611" y="1539719"/>
                    <a:pt x="5736134" y="1535423"/>
                  </a:cubicBezTo>
                  <a:cubicBezTo>
                    <a:pt x="5732543" y="1531110"/>
                    <a:pt x="5732871" y="1521551"/>
                    <a:pt x="5730756" y="1514287"/>
                  </a:cubicBezTo>
                  <a:cubicBezTo>
                    <a:pt x="5728640" y="1506990"/>
                    <a:pt x="5721884" y="1513959"/>
                    <a:pt x="5716587" y="1516583"/>
                  </a:cubicBezTo>
                  <a:cubicBezTo>
                    <a:pt x="5711274" y="1519223"/>
                    <a:pt x="5704567" y="1517238"/>
                    <a:pt x="5697417" y="1512614"/>
                  </a:cubicBezTo>
                  <a:cubicBezTo>
                    <a:pt x="5690316" y="1507990"/>
                    <a:pt x="5677558" y="1490495"/>
                    <a:pt x="5672983" y="1483559"/>
                  </a:cubicBezTo>
                  <a:cubicBezTo>
                    <a:pt x="5672950" y="1483575"/>
                    <a:pt x="5665800" y="1479951"/>
                    <a:pt x="5666538" y="1487232"/>
                  </a:cubicBezTo>
                  <a:close/>
                  <a:moveTo>
                    <a:pt x="5634774" y="1595551"/>
                  </a:moveTo>
                  <a:cubicBezTo>
                    <a:pt x="5631396" y="1597191"/>
                    <a:pt x="5627083" y="1605947"/>
                    <a:pt x="5627886" y="1615605"/>
                  </a:cubicBezTo>
                  <a:cubicBezTo>
                    <a:pt x="5628690" y="1625263"/>
                    <a:pt x="5636905" y="1614867"/>
                    <a:pt x="5626246" y="1644595"/>
                  </a:cubicBezTo>
                  <a:cubicBezTo>
                    <a:pt x="5615620" y="1674323"/>
                    <a:pt x="5610307" y="1681013"/>
                    <a:pt x="5599910" y="1688704"/>
                  </a:cubicBezTo>
                  <a:cubicBezTo>
                    <a:pt x="5589579" y="1696377"/>
                    <a:pt x="5579985" y="1696377"/>
                    <a:pt x="5576017" y="1694377"/>
                  </a:cubicBezTo>
                  <a:cubicBezTo>
                    <a:pt x="5571983" y="1692409"/>
                    <a:pt x="5577083" y="1685719"/>
                    <a:pt x="5579969" y="1683719"/>
                  </a:cubicBezTo>
                  <a:cubicBezTo>
                    <a:pt x="5582937" y="1681751"/>
                    <a:pt x="5570884" y="1681013"/>
                    <a:pt x="5565899" y="1681751"/>
                  </a:cubicBezTo>
                  <a:cubicBezTo>
                    <a:pt x="5560848" y="1682489"/>
                    <a:pt x="5565604" y="1688195"/>
                    <a:pt x="5565063" y="1692901"/>
                  </a:cubicBezTo>
                  <a:cubicBezTo>
                    <a:pt x="5564554" y="1697607"/>
                    <a:pt x="5554732" y="1710250"/>
                    <a:pt x="5555797" y="1715956"/>
                  </a:cubicBezTo>
                  <a:cubicBezTo>
                    <a:pt x="5556831" y="1721629"/>
                    <a:pt x="5556831" y="1723384"/>
                    <a:pt x="5550451" y="1725368"/>
                  </a:cubicBezTo>
                  <a:cubicBezTo>
                    <a:pt x="5544040" y="1727352"/>
                    <a:pt x="5539858" y="1720645"/>
                    <a:pt x="5537956" y="1719678"/>
                  </a:cubicBezTo>
                  <a:cubicBezTo>
                    <a:pt x="5536086" y="1718678"/>
                    <a:pt x="5526526" y="1721416"/>
                    <a:pt x="5514030" y="1723138"/>
                  </a:cubicBezTo>
                  <a:cubicBezTo>
                    <a:pt x="5501468" y="1724876"/>
                    <a:pt x="5498352" y="1729074"/>
                    <a:pt x="5493006" y="1738256"/>
                  </a:cubicBezTo>
                  <a:cubicBezTo>
                    <a:pt x="5487693" y="1747422"/>
                    <a:pt x="5475132" y="1748898"/>
                    <a:pt x="5466113" y="1752357"/>
                  </a:cubicBezTo>
                  <a:cubicBezTo>
                    <a:pt x="5457093" y="1755834"/>
                    <a:pt x="5460537" y="1768722"/>
                    <a:pt x="5450682" y="1773182"/>
                  </a:cubicBezTo>
                  <a:cubicBezTo>
                    <a:pt x="5440826" y="1777626"/>
                    <a:pt x="5440826" y="1785824"/>
                    <a:pt x="5440055" y="1792498"/>
                  </a:cubicBezTo>
                  <a:cubicBezTo>
                    <a:pt x="5439252" y="1799188"/>
                    <a:pt x="5446139" y="1794498"/>
                    <a:pt x="5447205" y="1794006"/>
                  </a:cubicBezTo>
                  <a:cubicBezTo>
                    <a:pt x="5448271" y="1793498"/>
                    <a:pt x="5448271" y="1784578"/>
                    <a:pt x="5454421" y="1785578"/>
                  </a:cubicBezTo>
                  <a:cubicBezTo>
                    <a:pt x="5460537" y="1786562"/>
                    <a:pt x="5461341" y="1786808"/>
                    <a:pt x="5458126" y="1793744"/>
                  </a:cubicBezTo>
                  <a:cubicBezTo>
                    <a:pt x="5454945" y="1800680"/>
                    <a:pt x="5453109" y="1804140"/>
                    <a:pt x="5449927" y="1810092"/>
                  </a:cubicBezTo>
                  <a:cubicBezTo>
                    <a:pt x="5446696" y="1816028"/>
                    <a:pt x="5450960" y="1818766"/>
                    <a:pt x="5455749" y="1824718"/>
                  </a:cubicBezTo>
                  <a:cubicBezTo>
                    <a:pt x="5460554" y="1830638"/>
                    <a:pt x="5465096" y="1822964"/>
                    <a:pt x="5475132" y="1812322"/>
                  </a:cubicBezTo>
                  <a:cubicBezTo>
                    <a:pt x="5485316" y="1801664"/>
                    <a:pt x="5486086" y="1799171"/>
                    <a:pt x="5485316" y="1787038"/>
                  </a:cubicBezTo>
                  <a:cubicBezTo>
                    <a:pt x="5484463" y="1774904"/>
                    <a:pt x="5480478" y="1774641"/>
                    <a:pt x="5473049" y="1771198"/>
                  </a:cubicBezTo>
                  <a:cubicBezTo>
                    <a:pt x="5465621" y="1767722"/>
                    <a:pt x="5463964" y="1771198"/>
                    <a:pt x="5472246" y="1761769"/>
                  </a:cubicBezTo>
                  <a:cubicBezTo>
                    <a:pt x="5480494" y="1752357"/>
                    <a:pt x="5484233" y="1761540"/>
                    <a:pt x="5489792" y="1757309"/>
                  </a:cubicBezTo>
                  <a:cubicBezTo>
                    <a:pt x="5495401" y="1753095"/>
                    <a:pt x="5508995" y="1753341"/>
                    <a:pt x="5522000" y="1750127"/>
                  </a:cubicBezTo>
                  <a:cubicBezTo>
                    <a:pt x="5535037" y="1746897"/>
                    <a:pt x="5547565" y="1742699"/>
                    <a:pt x="5548090" y="1746897"/>
                  </a:cubicBezTo>
                  <a:cubicBezTo>
                    <a:pt x="5548598" y="1751111"/>
                    <a:pt x="5552632" y="1765229"/>
                    <a:pt x="5553108" y="1768197"/>
                  </a:cubicBezTo>
                  <a:cubicBezTo>
                    <a:pt x="5553665" y="1771181"/>
                    <a:pt x="5562226" y="1764000"/>
                    <a:pt x="5570917" y="1760786"/>
                  </a:cubicBezTo>
                  <a:cubicBezTo>
                    <a:pt x="5579740" y="1757555"/>
                    <a:pt x="5571507" y="1756080"/>
                    <a:pt x="5570704" y="1750390"/>
                  </a:cubicBezTo>
                  <a:cubicBezTo>
                    <a:pt x="5569900" y="1744684"/>
                    <a:pt x="5574705" y="1741470"/>
                    <a:pt x="5574705" y="1741470"/>
                  </a:cubicBezTo>
                  <a:cubicBezTo>
                    <a:pt x="5574705" y="1741470"/>
                    <a:pt x="5579215" y="1750882"/>
                    <a:pt x="5593318" y="1744208"/>
                  </a:cubicBezTo>
                  <a:cubicBezTo>
                    <a:pt x="5607453" y="1737518"/>
                    <a:pt x="5608520" y="1734796"/>
                    <a:pt x="5612226" y="1735764"/>
                  </a:cubicBezTo>
                  <a:cubicBezTo>
                    <a:pt x="5615964" y="1736747"/>
                    <a:pt x="5618342" y="1740470"/>
                    <a:pt x="5624213" y="1736747"/>
                  </a:cubicBezTo>
                  <a:cubicBezTo>
                    <a:pt x="5630035" y="1733042"/>
                    <a:pt x="5631133" y="1736502"/>
                    <a:pt x="5630035" y="1739469"/>
                  </a:cubicBezTo>
                  <a:cubicBezTo>
                    <a:pt x="5629018" y="1742437"/>
                    <a:pt x="5647073" y="1733780"/>
                    <a:pt x="5651058" y="1731041"/>
                  </a:cubicBezTo>
                  <a:cubicBezTo>
                    <a:pt x="5655059" y="1728319"/>
                    <a:pt x="5652927" y="1730812"/>
                    <a:pt x="5651320" y="1720383"/>
                  </a:cubicBezTo>
                  <a:cubicBezTo>
                    <a:pt x="5649746" y="1709987"/>
                    <a:pt x="5644695" y="1709233"/>
                    <a:pt x="5647614" y="1695853"/>
                  </a:cubicBezTo>
                  <a:cubicBezTo>
                    <a:pt x="5650549" y="1682473"/>
                    <a:pt x="5649746" y="1681243"/>
                    <a:pt x="5650549" y="1672815"/>
                  </a:cubicBezTo>
                  <a:cubicBezTo>
                    <a:pt x="5651320" y="1664387"/>
                    <a:pt x="5654501" y="1663157"/>
                    <a:pt x="5656666" y="1662649"/>
                  </a:cubicBezTo>
                  <a:cubicBezTo>
                    <a:pt x="5658831" y="1662157"/>
                    <a:pt x="5658831" y="1651007"/>
                    <a:pt x="5663291" y="1645087"/>
                  </a:cubicBezTo>
                  <a:cubicBezTo>
                    <a:pt x="5667834" y="1639135"/>
                    <a:pt x="5666768" y="1636397"/>
                    <a:pt x="5666768" y="1622771"/>
                  </a:cubicBezTo>
                  <a:cubicBezTo>
                    <a:pt x="5666768" y="1609161"/>
                    <a:pt x="5659257" y="1611621"/>
                    <a:pt x="5658814" y="1601979"/>
                  </a:cubicBezTo>
                  <a:cubicBezTo>
                    <a:pt x="5658224" y="1592321"/>
                    <a:pt x="5660602" y="1582909"/>
                    <a:pt x="5660602" y="1582909"/>
                  </a:cubicBezTo>
                  <a:cubicBezTo>
                    <a:pt x="5660602" y="1582909"/>
                    <a:pt x="5645466" y="1588615"/>
                    <a:pt x="5643859" y="1592075"/>
                  </a:cubicBezTo>
                  <a:cubicBezTo>
                    <a:pt x="5642251" y="1595551"/>
                    <a:pt x="5642251" y="1595551"/>
                    <a:pt x="5642251" y="1595551"/>
                  </a:cubicBezTo>
                  <a:cubicBezTo>
                    <a:pt x="5642251" y="1595551"/>
                    <a:pt x="5639874" y="1593059"/>
                    <a:pt x="5634774" y="1595551"/>
                  </a:cubicBezTo>
                  <a:close/>
                  <a:moveTo>
                    <a:pt x="5535496" y="1744421"/>
                  </a:moveTo>
                  <a:cubicBezTo>
                    <a:pt x="5519786" y="1747045"/>
                    <a:pt x="5508684" y="1748734"/>
                    <a:pt x="5499369" y="1751702"/>
                  </a:cubicBezTo>
                  <a:cubicBezTo>
                    <a:pt x="5490022" y="1754670"/>
                    <a:pt x="5488054" y="1758769"/>
                    <a:pt x="5489514" y="1768082"/>
                  </a:cubicBezTo>
                  <a:cubicBezTo>
                    <a:pt x="5490940" y="1777396"/>
                    <a:pt x="5494597" y="1786710"/>
                    <a:pt x="5495860" y="1791563"/>
                  </a:cubicBezTo>
                  <a:cubicBezTo>
                    <a:pt x="5497172" y="1796384"/>
                    <a:pt x="5502272" y="1791563"/>
                    <a:pt x="5511029" y="1786906"/>
                  </a:cubicBezTo>
                  <a:cubicBezTo>
                    <a:pt x="5519786" y="1782233"/>
                    <a:pt x="5519277" y="1768640"/>
                    <a:pt x="5527624" y="1768640"/>
                  </a:cubicBezTo>
                  <a:cubicBezTo>
                    <a:pt x="5536053" y="1768640"/>
                    <a:pt x="5532938" y="1778331"/>
                    <a:pt x="5544253" y="1764737"/>
                  </a:cubicBezTo>
                  <a:cubicBezTo>
                    <a:pt x="5555568" y="1751128"/>
                    <a:pt x="5546959" y="1750013"/>
                    <a:pt x="5547336" y="1743109"/>
                  </a:cubicBezTo>
                  <a:cubicBezTo>
                    <a:pt x="5547696" y="1736239"/>
                    <a:pt x="5535496" y="1744421"/>
                    <a:pt x="5535496" y="1744421"/>
                  </a:cubicBezTo>
                  <a:close/>
                  <a:moveTo>
                    <a:pt x="6529605" y="1010746"/>
                  </a:moveTo>
                  <a:cubicBezTo>
                    <a:pt x="6512747" y="1007499"/>
                    <a:pt x="6507876" y="1003826"/>
                    <a:pt x="6506335" y="1009926"/>
                  </a:cubicBezTo>
                  <a:cubicBezTo>
                    <a:pt x="6504728" y="1016042"/>
                    <a:pt x="6502973" y="1018026"/>
                    <a:pt x="6513599" y="1021814"/>
                  </a:cubicBezTo>
                  <a:cubicBezTo>
                    <a:pt x="6524259" y="1025618"/>
                    <a:pt x="6529539" y="1019010"/>
                    <a:pt x="6539493" y="1026455"/>
                  </a:cubicBezTo>
                  <a:cubicBezTo>
                    <a:pt x="6549414" y="1033866"/>
                    <a:pt x="6552284" y="1033538"/>
                    <a:pt x="6559893" y="1032538"/>
                  </a:cubicBezTo>
                  <a:cubicBezTo>
                    <a:pt x="6567518" y="1031554"/>
                    <a:pt x="6570519" y="1027750"/>
                    <a:pt x="6570519" y="1027750"/>
                  </a:cubicBezTo>
                  <a:cubicBezTo>
                    <a:pt x="6570519" y="1027750"/>
                    <a:pt x="6542346" y="1013238"/>
                    <a:pt x="6529605" y="1010746"/>
                  </a:cubicBezTo>
                  <a:close/>
                  <a:moveTo>
                    <a:pt x="6337444" y="746112"/>
                  </a:moveTo>
                  <a:cubicBezTo>
                    <a:pt x="6331245" y="747850"/>
                    <a:pt x="6326194" y="741898"/>
                    <a:pt x="6327851" y="757016"/>
                  </a:cubicBezTo>
                  <a:cubicBezTo>
                    <a:pt x="6329392" y="772118"/>
                    <a:pt x="6332869" y="773856"/>
                    <a:pt x="6352285" y="771134"/>
                  </a:cubicBezTo>
                  <a:cubicBezTo>
                    <a:pt x="6371734" y="768412"/>
                    <a:pt x="6357090" y="770396"/>
                    <a:pt x="6383721" y="768412"/>
                  </a:cubicBezTo>
                  <a:cubicBezTo>
                    <a:pt x="6410287" y="766428"/>
                    <a:pt x="6415846" y="762722"/>
                    <a:pt x="6415846" y="762722"/>
                  </a:cubicBezTo>
                  <a:cubicBezTo>
                    <a:pt x="6415846" y="762722"/>
                    <a:pt x="6412140" y="755294"/>
                    <a:pt x="6403137" y="748358"/>
                  </a:cubicBezTo>
                  <a:cubicBezTo>
                    <a:pt x="6394053" y="741422"/>
                    <a:pt x="6382065" y="753064"/>
                    <a:pt x="6361583" y="749588"/>
                  </a:cubicBezTo>
                  <a:cubicBezTo>
                    <a:pt x="6341150" y="746112"/>
                    <a:pt x="6337444" y="746112"/>
                    <a:pt x="6337444" y="746112"/>
                  </a:cubicBezTo>
                  <a:close/>
                  <a:moveTo>
                    <a:pt x="5738004" y="522930"/>
                  </a:moveTo>
                  <a:cubicBezTo>
                    <a:pt x="5738299" y="528702"/>
                    <a:pt x="5764603" y="544968"/>
                    <a:pt x="5774163" y="549674"/>
                  </a:cubicBezTo>
                  <a:cubicBezTo>
                    <a:pt x="5783756" y="554396"/>
                    <a:pt x="5791201" y="552412"/>
                    <a:pt x="5811454" y="550166"/>
                  </a:cubicBezTo>
                  <a:cubicBezTo>
                    <a:pt x="5831641" y="547936"/>
                    <a:pt x="5833248" y="539278"/>
                    <a:pt x="5835642" y="534326"/>
                  </a:cubicBezTo>
                  <a:cubicBezTo>
                    <a:pt x="5838020" y="529374"/>
                    <a:pt x="5826049" y="531096"/>
                    <a:pt x="5812520" y="528374"/>
                  </a:cubicBezTo>
                  <a:cubicBezTo>
                    <a:pt x="5798925" y="525636"/>
                    <a:pt x="5787790" y="530834"/>
                    <a:pt x="5782953" y="528374"/>
                  </a:cubicBezTo>
                  <a:cubicBezTo>
                    <a:pt x="5778197" y="525898"/>
                    <a:pt x="5790169" y="523406"/>
                    <a:pt x="5778197" y="518962"/>
                  </a:cubicBezTo>
                  <a:cubicBezTo>
                    <a:pt x="5766177" y="514486"/>
                    <a:pt x="5763242" y="520438"/>
                    <a:pt x="5760618" y="518470"/>
                  </a:cubicBezTo>
                  <a:cubicBezTo>
                    <a:pt x="5757978" y="516470"/>
                    <a:pt x="5757436" y="512256"/>
                    <a:pt x="5751566" y="511764"/>
                  </a:cubicBezTo>
                  <a:cubicBezTo>
                    <a:pt x="5745744" y="511272"/>
                    <a:pt x="5737725" y="517470"/>
                    <a:pt x="5738004" y="522930"/>
                  </a:cubicBezTo>
                  <a:close/>
                  <a:moveTo>
                    <a:pt x="5633708" y="556839"/>
                  </a:moveTo>
                  <a:cubicBezTo>
                    <a:pt x="5624541" y="560529"/>
                    <a:pt x="5625213" y="563792"/>
                    <a:pt x="5635545" y="572450"/>
                  </a:cubicBezTo>
                  <a:cubicBezTo>
                    <a:pt x="5645941" y="581107"/>
                    <a:pt x="5642547" y="579140"/>
                    <a:pt x="5638004" y="585321"/>
                  </a:cubicBezTo>
                  <a:cubicBezTo>
                    <a:pt x="5633495" y="591519"/>
                    <a:pt x="5638004" y="585075"/>
                    <a:pt x="5652878" y="591765"/>
                  </a:cubicBezTo>
                  <a:cubicBezTo>
                    <a:pt x="5667784" y="598439"/>
                    <a:pt x="5673901" y="610589"/>
                    <a:pt x="5683248" y="613311"/>
                  </a:cubicBezTo>
                  <a:cubicBezTo>
                    <a:pt x="5692547" y="616033"/>
                    <a:pt x="5698893" y="612557"/>
                    <a:pt x="5698893" y="612557"/>
                  </a:cubicBezTo>
                  <a:cubicBezTo>
                    <a:pt x="5698893" y="612557"/>
                    <a:pt x="5695712" y="602653"/>
                    <a:pt x="5686905" y="590765"/>
                  </a:cubicBezTo>
                  <a:cubicBezTo>
                    <a:pt x="5678181" y="578877"/>
                    <a:pt x="5659208" y="575401"/>
                    <a:pt x="5655764" y="565005"/>
                  </a:cubicBezTo>
                  <a:cubicBezTo>
                    <a:pt x="5652353" y="554609"/>
                    <a:pt x="5646712" y="551642"/>
                    <a:pt x="5633708" y="556839"/>
                  </a:cubicBezTo>
                  <a:close/>
                  <a:moveTo>
                    <a:pt x="5728706" y="508304"/>
                  </a:moveTo>
                  <a:cubicBezTo>
                    <a:pt x="5728706" y="508304"/>
                    <a:pt x="5715111" y="500122"/>
                    <a:pt x="5694629" y="487233"/>
                  </a:cubicBezTo>
                  <a:cubicBezTo>
                    <a:pt x="5674147" y="474345"/>
                    <a:pt x="5666423" y="470869"/>
                    <a:pt x="5659503" y="469885"/>
                  </a:cubicBezTo>
                  <a:cubicBezTo>
                    <a:pt x="5652583" y="468901"/>
                    <a:pt x="5653714" y="477084"/>
                    <a:pt x="5651009" y="483528"/>
                  </a:cubicBezTo>
                  <a:cubicBezTo>
                    <a:pt x="5648368" y="489972"/>
                    <a:pt x="5646499" y="488726"/>
                    <a:pt x="5635840" y="483528"/>
                  </a:cubicBezTo>
                  <a:cubicBezTo>
                    <a:pt x="5625213" y="478330"/>
                    <a:pt x="5614554" y="470394"/>
                    <a:pt x="5603633" y="467901"/>
                  </a:cubicBezTo>
                  <a:cubicBezTo>
                    <a:pt x="5592760" y="465425"/>
                    <a:pt x="5586086" y="474345"/>
                    <a:pt x="5573623" y="486725"/>
                  </a:cubicBezTo>
                  <a:cubicBezTo>
                    <a:pt x="5561127" y="499105"/>
                    <a:pt x="5568277" y="502581"/>
                    <a:pt x="5583446" y="520897"/>
                  </a:cubicBezTo>
                  <a:cubicBezTo>
                    <a:pt x="5598582" y="539245"/>
                    <a:pt x="5605273" y="540245"/>
                    <a:pt x="5617473" y="533047"/>
                  </a:cubicBezTo>
                  <a:cubicBezTo>
                    <a:pt x="5629739" y="525865"/>
                    <a:pt x="5626230" y="521143"/>
                    <a:pt x="5635020" y="524619"/>
                  </a:cubicBezTo>
                  <a:cubicBezTo>
                    <a:pt x="5643810" y="528095"/>
                    <a:pt x="5674147" y="521159"/>
                    <a:pt x="5675213" y="521159"/>
                  </a:cubicBezTo>
                  <a:cubicBezTo>
                    <a:pt x="5676312" y="521159"/>
                    <a:pt x="5673344" y="538015"/>
                    <a:pt x="5686676" y="533555"/>
                  </a:cubicBezTo>
                  <a:cubicBezTo>
                    <a:pt x="5699893" y="529112"/>
                    <a:pt x="5712176" y="526849"/>
                    <a:pt x="5718293" y="520159"/>
                  </a:cubicBezTo>
                  <a:cubicBezTo>
                    <a:pt x="5724377" y="513502"/>
                    <a:pt x="5728706" y="508304"/>
                    <a:pt x="5728706" y="508304"/>
                  </a:cubicBezTo>
                  <a:close/>
                  <a:moveTo>
                    <a:pt x="4807391" y="154469"/>
                  </a:moveTo>
                  <a:cubicBezTo>
                    <a:pt x="4803505" y="157765"/>
                    <a:pt x="4780760" y="155781"/>
                    <a:pt x="4769067" y="174277"/>
                  </a:cubicBezTo>
                  <a:cubicBezTo>
                    <a:pt x="4757375" y="192773"/>
                    <a:pt x="4749241" y="179901"/>
                    <a:pt x="4743173" y="191133"/>
                  </a:cubicBezTo>
                  <a:cubicBezTo>
                    <a:pt x="4737172" y="202365"/>
                    <a:pt x="4732186" y="215909"/>
                    <a:pt x="4732186" y="215909"/>
                  </a:cubicBezTo>
                  <a:cubicBezTo>
                    <a:pt x="4732186" y="215909"/>
                    <a:pt x="4742846" y="228453"/>
                    <a:pt x="4754210" y="227469"/>
                  </a:cubicBezTo>
                  <a:cubicBezTo>
                    <a:pt x="4765525" y="226469"/>
                    <a:pt x="4785417" y="231421"/>
                    <a:pt x="4796421" y="246621"/>
                  </a:cubicBezTo>
                  <a:cubicBezTo>
                    <a:pt x="4807408" y="261805"/>
                    <a:pt x="4815541" y="261805"/>
                    <a:pt x="4842173" y="266101"/>
                  </a:cubicBezTo>
                  <a:cubicBezTo>
                    <a:pt x="4868772" y="270397"/>
                    <a:pt x="4856686" y="274037"/>
                    <a:pt x="4870559" y="272726"/>
                  </a:cubicBezTo>
                  <a:cubicBezTo>
                    <a:pt x="4884367" y="271381"/>
                    <a:pt x="4903488" y="274382"/>
                    <a:pt x="4899290" y="267429"/>
                  </a:cubicBezTo>
                  <a:cubicBezTo>
                    <a:pt x="4895043" y="260493"/>
                    <a:pt x="4891812" y="256197"/>
                    <a:pt x="4893616" y="242670"/>
                  </a:cubicBezTo>
                  <a:cubicBezTo>
                    <a:pt x="4895370" y="229125"/>
                    <a:pt x="4907752" y="229781"/>
                    <a:pt x="4893255" y="220861"/>
                  </a:cubicBezTo>
                  <a:cubicBezTo>
                    <a:pt x="4878709" y="211941"/>
                    <a:pt x="4868411" y="219205"/>
                    <a:pt x="4869116" y="217565"/>
                  </a:cubicBezTo>
                  <a:cubicBezTo>
                    <a:pt x="4869887" y="215909"/>
                    <a:pt x="4882268" y="210957"/>
                    <a:pt x="4877315" y="210629"/>
                  </a:cubicBezTo>
                  <a:cubicBezTo>
                    <a:pt x="4872297" y="210302"/>
                    <a:pt x="4847830" y="208990"/>
                    <a:pt x="4845043" y="195134"/>
                  </a:cubicBezTo>
                  <a:cubicBezTo>
                    <a:pt x="4842189" y="181246"/>
                    <a:pt x="4851717" y="180245"/>
                    <a:pt x="4856686" y="179262"/>
                  </a:cubicBezTo>
                  <a:cubicBezTo>
                    <a:pt x="4861671" y="178278"/>
                    <a:pt x="4860277" y="176622"/>
                    <a:pt x="4846059" y="166390"/>
                  </a:cubicBezTo>
                  <a:cubicBezTo>
                    <a:pt x="4831874" y="156158"/>
                    <a:pt x="4812754" y="145582"/>
                    <a:pt x="4812754" y="145582"/>
                  </a:cubicBezTo>
                  <a:cubicBezTo>
                    <a:pt x="4803849" y="150189"/>
                    <a:pt x="4811278" y="151173"/>
                    <a:pt x="4807391" y="154469"/>
                  </a:cubicBezTo>
                  <a:close/>
                  <a:moveTo>
                    <a:pt x="4940778" y="254541"/>
                  </a:moveTo>
                  <a:cubicBezTo>
                    <a:pt x="4930480" y="256525"/>
                    <a:pt x="4921953" y="266773"/>
                    <a:pt x="4915935" y="275693"/>
                  </a:cubicBezTo>
                  <a:cubicBezTo>
                    <a:pt x="4909883" y="284613"/>
                    <a:pt x="4897797" y="298158"/>
                    <a:pt x="4890369" y="304077"/>
                  </a:cubicBezTo>
                  <a:cubicBezTo>
                    <a:pt x="4882940" y="310029"/>
                    <a:pt x="4885056" y="311702"/>
                    <a:pt x="4897109" y="315998"/>
                  </a:cubicBezTo>
                  <a:cubicBezTo>
                    <a:pt x="4909194" y="320277"/>
                    <a:pt x="4930480" y="308389"/>
                    <a:pt x="4936499" y="308061"/>
                  </a:cubicBezTo>
                  <a:cubicBezTo>
                    <a:pt x="4942550" y="307717"/>
                    <a:pt x="4947125" y="316982"/>
                    <a:pt x="4966328" y="314653"/>
                  </a:cubicBezTo>
                  <a:cubicBezTo>
                    <a:pt x="4985449" y="312341"/>
                    <a:pt x="5014573" y="308701"/>
                    <a:pt x="5000404" y="298469"/>
                  </a:cubicBezTo>
                  <a:cubicBezTo>
                    <a:pt x="4986154" y="288237"/>
                    <a:pt x="4991172" y="293189"/>
                    <a:pt x="4975561" y="280629"/>
                  </a:cubicBezTo>
                  <a:cubicBezTo>
                    <a:pt x="4959916" y="268085"/>
                    <a:pt x="4940090" y="267101"/>
                    <a:pt x="4940090" y="267101"/>
                  </a:cubicBezTo>
                  <a:cubicBezTo>
                    <a:pt x="4940090" y="267101"/>
                    <a:pt x="4972362" y="256197"/>
                    <a:pt x="4964524" y="255541"/>
                  </a:cubicBezTo>
                  <a:cubicBezTo>
                    <a:pt x="4956718" y="254885"/>
                    <a:pt x="4940778" y="254541"/>
                    <a:pt x="4940778" y="254541"/>
                  </a:cubicBezTo>
                  <a:close/>
                  <a:moveTo>
                    <a:pt x="4120661" y="91717"/>
                  </a:moveTo>
                  <a:cubicBezTo>
                    <a:pt x="4102081" y="98358"/>
                    <a:pt x="4108607" y="101621"/>
                    <a:pt x="4096522" y="111197"/>
                  </a:cubicBezTo>
                  <a:cubicBezTo>
                    <a:pt x="4084501" y="120789"/>
                    <a:pt x="4092602" y="123429"/>
                    <a:pt x="4118578" y="117149"/>
                  </a:cubicBezTo>
                  <a:cubicBezTo>
                    <a:pt x="4144439" y="110869"/>
                    <a:pt x="4145832" y="108229"/>
                    <a:pt x="4162543" y="100637"/>
                  </a:cubicBezTo>
                  <a:cubicBezTo>
                    <a:pt x="4179204" y="93029"/>
                    <a:pt x="4148358" y="81797"/>
                    <a:pt x="4120661" y="91717"/>
                  </a:cubicBezTo>
                  <a:close/>
                  <a:moveTo>
                    <a:pt x="4161805" y="138302"/>
                  </a:moveTo>
                  <a:cubicBezTo>
                    <a:pt x="4144406" y="146025"/>
                    <a:pt x="4149014" y="154141"/>
                    <a:pt x="4153638" y="160749"/>
                  </a:cubicBezTo>
                  <a:cubicBezTo>
                    <a:pt x="4158296" y="167341"/>
                    <a:pt x="4171005" y="156781"/>
                    <a:pt x="4174563" y="164061"/>
                  </a:cubicBezTo>
                  <a:cubicBezTo>
                    <a:pt x="4178122" y="171325"/>
                    <a:pt x="4179220" y="168341"/>
                    <a:pt x="4195521" y="157437"/>
                  </a:cubicBezTo>
                  <a:cubicBezTo>
                    <a:pt x="4211821" y="146533"/>
                    <a:pt x="4205819" y="149862"/>
                    <a:pt x="4199473" y="138302"/>
                  </a:cubicBezTo>
                  <a:cubicBezTo>
                    <a:pt x="4193061" y="126725"/>
                    <a:pt x="4191618" y="125085"/>
                    <a:pt x="4161805" y="138302"/>
                  </a:cubicBezTo>
                  <a:close/>
                  <a:moveTo>
                    <a:pt x="4064905" y="133497"/>
                  </a:moveTo>
                  <a:cubicBezTo>
                    <a:pt x="4053737" y="138793"/>
                    <a:pt x="4053737" y="138203"/>
                    <a:pt x="4064347" y="143155"/>
                  </a:cubicBezTo>
                  <a:cubicBezTo>
                    <a:pt x="4075006" y="148107"/>
                    <a:pt x="4100769" y="152059"/>
                    <a:pt x="4114068" y="143401"/>
                  </a:cubicBezTo>
                  <a:cubicBezTo>
                    <a:pt x="4127400" y="134727"/>
                    <a:pt x="4126384" y="136465"/>
                    <a:pt x="4109559" y="133989"/>
                  </a:cubicBezTo>
                  <a:cubicBezTo>
                    <a:pt x="4092816" y="131497"/>
                    <a:pt x="4077351" y="127545"/>
                    <a:pt x="4064905" y="133497"/>
                  </a:cubicBezTo>
                  <a:close/>
                  <a:moveTo>
                    <a:pt x="3900442" y="153551"/>
                  </a:moveTo>
                  <a:cubicBezTo>
                    <a:pt x="3917775" y="152059"/>
                    <a:pt x="3933698" y="151337"/>
                    <a:pt x="3947555" y="152813"/>
                  </a:cubicBezTo>
                  <a:cubicBezTo>
                    <a:pt x="3961363" y="154305"/>
                    <a:pt x="3956312" y="166193"/>
                    <a:pt x="3930779" y="168915"/>
                  </a:cubicBezTo>
                  <a:cubicBezTo>
                    <a:pt x="3905246" y="171637"/>
                    <a:pt x="3933190" y="175605"/>
                    <a:pt x="3951261" y="174867"/>
                  </a:cubicBezTo>
                  <a:cubicBezTo>
                    <a:pt x="3969366" y="174113"/>
                    <a:pt x="3957673" y="159257"/>
                    <a:pt x="3972842" y="154043"/>
                  </a:cubicBezTo>
                  <a:cubicBezTo>
                    <a:pt x="3988011" y="148845"/>
                    <a:pt x="3997571" y="152059"/>
                    <a:pt x="4015626" y="145615"/>
                  </a:cubicBezTo>
                  <a:cubicBezTo>
                    <a:pt x="4033731" y="139171"/>
                    <a:pt x="4005295" y="132972"/>
                    <a:pt x="3984223" y="133481"/>
                  </a:cubicBezTo>
                  <a:cubicBezTo>
                    <a:pt x="3963265" y="133973"/>
                    <a:pt x="3956312" y="135202"/>
                    <a:pt x="3938470" y="133973"/>
                  </a:cubicBezTo>
                  <a:cubicBezTo>
                    <a:pt x="3920661" y="132743"/>
                    <a:pt x="3906313" y="140761"/>
                    <a:pt x="3887946" y="143877"/>
                  </a:cubicBezTo>
                  <a:cubicBezTo>
                    <a:pt x="3850180" y="150337"/>
                    <a:pt x="3883190" y="155059"/>
                    <a:pt x="3900442" y="153551"/>
                  </a:cubicBezTo>
                  <a:close/>
                  <a:moveTo>
                    <a:pt x="4036141" y="158273"/>
                  </a:moveTo>
                  <a:cubicBezTo>
                    <a:pt x="4020940" y="158273"/>
                    <a:pt x="3984223" y="166685"/>
                    <a:pt x="4015118" y="169669"/>
                  </a:cubicBezTo>
                  <a:cubicBezTo>
                    <a:pt x="4045997" y="172654"/>
                    <a:pt x="4043619" y="174621"/>
                    <a:pt x="4056328" y="169915"/>
                  </a:cubicBezTo>
                  <a:cubicBezTo>
                    <a:pt x="4069152" y="165193"/>
                    <a:pt x="4052114" y="158273"/>
                    <a:pt x="4036141" y="158273"/>
                  </a:cubicBezTo>
                  <a:close/>
                  <a:moveTo>
                    <a:pt x="4143635" y="164717"/>
                  </a:moveTo>
                  <a:cubicBezTo>
                    <a:pt x="4121989" y="157568"/>
                    <a:pt x="4121513" y="160503"/>
                    <a:pt x="4104770" y="161241"/>
                  </a:cubicBezTo>
                  <a:cubicBezTo>
                    <a:pt x="4088027" y="161979"/>
                    <a:pt x="4081369" y="172391"/>
                    <a:pt x="4092323" y="176851"/>
                  </a:cubicBezTo>
                  <a:cubicBezTo>
                    <a:pt x="4103163" y="181311"/>
                    <a:pt x="4110641" y="179573"/>
                    <a:pt x="4119693" y="178097"/>
                  </a:cubicBezTo>
                  <a:cubicBezTo>
                    <a:pt x="4128745" y="176589"/>
                    <a:pt x="4128220" y="173883"/>
                    <a:pt x="4122366" y="171653"/>
                  </a:cubicBezTo>
                  <a:cubicBezTo>
                    <a:pt x="4116446" y="169423"/>
                    <a:pt x="4156410" y="168915"/>
                    <a:pt x="4143635" y="164717"/>
                  </a:cubicBezTo>
                  <a:close/>
                  <a:moveTo>
                    <a:pt x="4234632" y="137957"/>
                  </a:moveTo>
                  <a:cubicBezTo>
                    <a:pt x="4218003" y="140040"/>
                    <a:pt x="4217053" y="142909"/>
                    <a:pt x="4215429" y="148353"/>
                  </a:cubicBezTo>
                  <a:cubicBezTo>
                    <a:pt x="4213855" y="153797"/>
                    <a:pt x="4217807" y="152567"/>
                    <a:pt x="4235436" y="150337"/>
                  </a:cubicBezTo>
                  <a:cubicBezTo>
                    <a:pt x="4252949" y="148107"/>
                    <a:pt x="4261198" y="145631"/>
                    <a:pt x="4272661" y="139433"/>
                  </a:cubicBezTo>
                  <a:cubicBezTo>
                    <a:pt x="4284091" y="133235"/>
                    <a:pt x="4270283" y="118149"/>
                    <a:pt x="4270283" y="115395"/>
                  </a:cubicBezTo>
                  <a:cubicBezTo>
                    <a:pt x="4270283" y="112673"/>
                    <a:pt x="4254048" y="123593"/>
                    <a:pt x="4249506" y="127545"/>
                  </a:cubicBezTo>
                  <a:cubicBezTo>
                    <a:pt x="4244963" y="131497"/>
                    <a:pt x="4254278" y="135481"/>
                    <a:pt x="4234632" y="137957"/>
                  </a:cubicBezTo>
                  <a:close/>
                  <a:moveTo>
                    <a:pt x="2931767" y="1088190"/>
                  </a:moveTo>
                  <a:cubicBezTo>
                    <a:pt x="2923371" y="1111294"/>
                    <a:pt x="2909596" y="1121952"/>
                    <a:pt x="2925913" y="1115557"/>
                  </a:cubicBezTo>
                  <a:cubicBezTo>
                    <a:pt x="2942213" y="1109146"/>
                    <a:pt x="2958514" y="1089239"/>
                    <a:pt x="2957743" y="1106292"/>
                  </a:cubicBezTo>
                  <a:cubicBezTo>
                    <a:pt x="2956890" y="1123345"/>
                    <a:pt x="2941000" y="1120886"/>
                    <a:pt x="2945985" y="1137578"/>
                  </a:cubicBezTo>
                  <a:cubicBezTo>
                    <a:pt x="2951003" y="1154287"/>
                    <a:pt x="2947264" y="1152860"/>
                    <a:pt x="2974453" y="1158895"/>
                  </a:cubicBezTo>
                  <a:cubicBezTo>
                    <a:pt x="3001675" y="1164961"/>
                    <a:pt x="2979439" y="1162813"/>
                    <a:pt x="2986178" y="1178817"/>
                  </a:cubicBezTo>
                  <a:cubicBezTo>
                    <a:pt x="2992804" y="1194821"/>
                    <a:pt x="2997461" y="1199789"/>
                    <a:pt x="2990360" y="1204413"/>
                  </a:cubicBezTo>
                  <a:cubicBezTo>
                    <a:pt x="2983259" y="1209021"/>
                    <a:pt x="2962335" y="1189852"/>
                    <a:pt x="2961056" y="1198018"/>
                  </a:cubicBezTo>
                  <a:cubicBezTo>
                    <a:pt x="2959809" y="1206184"/>
                    <a:pt x="2963991" y="1212235"/>
                    <a:pt x="2969009" y="1223614"/>
                  </a:cubicBezTo>
                  <a:cubicBezTo>
                    <a:pt x="2974027" y="1234977"/>
                    <a:pt x="2965631" y="1241372"/>
                    <a:pt x="2949806" y="1248833"/>
                  </a:cubicBezTo>
                  <a:cubicBezTo>
                    <a:pt x="2933834" y="1256327"/>
                    <a:pt x="2947674" y="1260934"/>
                    <a:pt x="2959809" y="1260229"/>
                  </a:cubicBezTo>
                  <a:cubicBezTo>
                    <a:pt x="2971977" y="1259508"/>
                    <a:pt x="3002446" y="1253818"/>
                    <a:pt x="2997477" y="1264492"/>
                  </a:cubicBezTo>
                  <a:cubicBezTo>
                    <a:pt x="2992459" y="1275167"/>
                    <a:pt x="2977848" y="1262721"/>
                    <a:pt x="2967402" y="1280496"/>
                  </a:cubicBezTo>
                  <a:cubicBezTo>
                    <a:pt x="2956857" y="1298271"/>
                    <a:pt x="2918353" y="1313553"/>
                    <a:pt x="2938491" y="1312487"/>
                  </a:cubicBezTo>
                  <a:cubicBezTo>
                    <a:pt x="2958530" y="1311421"/>
                    <a:pt x="2955644" y="1306092"/>
                    <a:pt x="3015467" y="1297549"/>
                  </a:cubicBezTo>
                  <a:cubicBezTo>
                    <a:pt x="3075322" y="1289023"/>
                    <a:pt x="3033866" y="1296828"/>
                    <a:pt x="3073207" y="1284759"/>
                  </a:cubicBezTo>
                  <a:cubicBezTo>
                    <a:pt x="3112547" y="1272675"/>
                    <a:pt x="3099986" y="1269461"/>
                    <a:pt x="3078225" y="1273035"/>
                  </a:cubicBezTo>
                  <a:cubicBezTo>
                    <a:pt x="3056463" y="1276593"/>
                    <a:pt x="3092475" y="1251703"/>
                    <a:pt x="3087424" y="1228615"/>
                  </a:cubicBezTo>
                  <a:cubicBezTo>
                    <a:pt x="3082439" y="1205495"/>
                    <a:pt x="3068221" y="1227533"/>
                    <a:pt x="3058989" y="1212972"/>
                  </a:cubicBezTo>
                  <a:cubicBezTo>
                    <a:pt x="3049789" y="1198395"/>
                    <a:pt x="3051036" y="1194132"/>
                    <a:pt x="3068631" y="1199461"/>
                  </a:cubicBezTo>
                  <a:cubicBezTo>
                    <a:pt x="3086178" y="1204790"/>
                    <a:pt x="3084538" y="1195919"/>
                    <a:pt x="3050642" y="1174242"/>
                  </a:cubicBezTo>
                  <a:cubicBezTo>
                    <a:pt x="3016713" y="1152549"/>
                    <a:pt x="3037671" y="1156812"/>
                    <a:pt x="3022174" y="1138693"/>
                  </a:cubicBezTo>
                  <a:cubicBezTo>
                    <a:pt x="3006677" y="1120542"/>
                    <a:pt x="2980341" y="1122690"/>
                    <a:pt x="2980341" y="1122690"/>
                  </a:cubicBezTo>
                  <a:cubicBezTo>
                    <a:pt x="2980341" y="1122690"/>
                    <a:pt x="2991623" y="1115934"/>
                    <a:pt x="2998330" y="1102783"/>
                  </a:cubicBezTo>
                  <a:cubicBezTo>
                    <a:pt x="3005004" y="1089649"/>
                    <a:pt x="3006283" y="1090699"/>
                    <a:pt x="3013384" y="1074711"/>
                  </a:cubicBezTo>
                  <a:cubicBezTo>
                    <a:pt x="3020485" y="1058724"/>
                    <a:pt x="3006283" y="1060134"/>
                    <a:pt x="2988327" y="1064037"/>
                  </a:cubicBezTo>
                  <a:cubicBezTo>
                    <a:pt x="2970305" y="1067939"/>
                    <a:pt x="2964401" y="1069727"/>
                    <a:pt x="2968173" y="1062627"/>
                  </a:cubicBezTo>
                  <a:cubicBezTo>
                    <a:pt x="2971977" y="1055527"/>
                    <a:pt x="2974470" y="1052690"/>
                    <a:pt x="2982833" y="1043786"/>
                  </a:cubicBezTo>
                  <a:cubicBezTo>
                    <a:pt x="2991229" y="1034883"/>
                    <a:pt x="2992836" y="1030275"/>
                    <a:pt x="2977405" y="1033833"/>
                  </a:cubicBezTo>
                  <a:cubicBezTo>
                    <a:pt x="2961908" y="1037375"/>
                    <a:pt x="2959563" y="1037031"/>
                    <a:pt x="2946444" y="1043081"/>
                  </a:cubicBezTo>
                  <a:cubicBezTo>
                    <a:pt x="2926339" y="1052280"/>
                    <a:pt x="2940147" y="1065086"/>
                    <a:pt x="2931767" y="1088190"/>
                  </a:cubicBezTo>
                  <a:close/>
                  <a:moveTo>
                    <a:pt x="2889491" y="1142563"/>
                  </a:moveTo>
                  <a:cubicBezTo>
                    <a:pt x="2862155" y="1153336"/>
                    <a:pt x="2869813" y="1160354"/>
                    <a:pt x="2874470" y="1164256"/>
                  </a:cubicBezTo>
                  <a:cubicBezTo>
                    <a:pt x="2879045" y="1168159"/>
                    <a:pt x="2887409" y="1160698"/>
                    <a:pt x="2861860" y="1175275"/>
                  </a:cubicBezTo>
                  <a:cubicBezTo>
                    <a:pt x="2836327" y="1189852"/>
                    <a:pt x="2835966" y="1205840"/>
                    <a:pt x="2849331" y="1209037"/>
                  </a:cubicBezTo>
                  <a:cubicBezTo>
                    <a:pt x="2862745" y="1212235"/>
                    <a:pt x="2861023" y="1201232"/>
                    <a:pt x="2846838" y="1227894"/>
                  </a:cubicBezTo>
                  <a:cubicBezTo>
                    <a:pt x="2832588" y="1254539"/>
                    <a:pt x="2822994" y="1272675"/>
                    <a:pt x="2851856" y="1265935"/>
                  </a:cubicBezTo>
                  <a:cubicBezTo>
                    <a:pt x="2880718" y="1259180"/>
                    <a:pt x="2888671" y="1244242"/>
                    <a:pt x="2902479" y="1242471"/>
                  </a:cubicBezTo>
                  <a:cubicBezTo>
                    <a:pt x="2916254" y="1240700"/>
                    <a:pt x="2918780" y="1229681"/>
                    <a:pt x="2918780" y="1212956"/>
                  </a:cubicBezTo>
                  <a:cubicBezTo>
                    <a:pt x="2918780" y="1196247"/>
                    <a:pt x="2909580" y="1195903"/>
                    <a:pt x="2920469" y="1182031"/>
                  </a:cubicBezTo>
                  <a:cubicBezTo>
                    <a:pt x="2931308" y="1168159"/>
                    <a:pt x="2932161" y="1153598"/>
                    <a:pt x="2910793" y="1146843"/>
                  </a:cubicBezTo>
                  <a:cubicBezTo>
                    <a:pt x="2889491" y="1140071"/>
                    <a:pt x="2906628" y="1135807"/>
                    <a:pt x="2889491" y="1142563"/>
                  </a:cubicBezTo>
                  <a:close/>
                  <a:moveTo>
                    <a:pt x="3233127" y="1515632"/>
                  </a:moveTo>
                  <a:cubicBezTo>
                    <a:pt x="3231700" y="1519370"/>
                    <a:pt x="3234964" y="1529487"/>
                    <a:pt x="3223927" y="1536440"/>
                  </a:cubicBezTo>
                  <a:cubicBezTo>
                    <a:pt x="3212940" y="1543376"/>
                    <a:pt x="3229241" y="1549656"/>
                    <a:pt x="3232750" y="1556264"/>
                  </a:cubicBezTo>
                  <a:cubicBezTo>
                    <a:pt x="3236341" y="1562855"/>
                    <a:pt x="3240949" y="1533800"/>
                    <a:pt x="3239851" y="1519928"/>
                  </a:cubicBezTo>
                  <a:cubicBezTo>
                    <a:pt x="3238850" y="1506039"/>
                    <a:pt x="3237785" y="1503727"/>
                    <a:pt x="3233127" y="1515632"/>
                  </a:cubicBezTo>
                  <a:close/>
                  <a:moveTo>
                    <a:pt x="3227847" y="1570447"/>
                  </a:moveTo>
                  <a:cubicBezTo>
                    <a:pt x="3209792" y="1578957"/>
                    <a:pt x="3208726" y="1585287"/>
                    <a:pt x="3206528" y="1598847"/>
                  </a:cubicBezTo>
                  <a:cubicBezTo>
                    <a:pt x="3204397" y="1612391"/>
                    <a:pt x="3221107" y="1601487"/>
                    <a:pt x="3216827" y="1613375"/>
                  </a:cubicBezTo>
                  <a:cubicBezTo>
                    <a:pt x="3212547" y="1625279"/>
                    <a:pt x="3216499" y="1631543"/>
                    <a:pt x="3235292" y="1620327"/>
                  </a:cubicBezTo>
                  <a:cubicBezTo>
                    <a:pt x="3254052" y="1609095"/>
                    <a:pt x="3243426" y="1598847"/>
                    <a:pt x="3246279" y="1584647"/>
                  </a:cubicBezTo>
                  <a:cubicBezTo>
                    <a:pt x="3249132" y="1570447"/>
                    <a:pt x="3251625" y="1559232"/>
                    <a:pt x="3227847" y="1570447"/>
                  </a:cubicBezTo>
                  <a:close/>
                  <a:moveTo>
                    <a:pt x="3505920" y="1716431"/>
                  </a:moveTo>
                  <a:cubicBezTo>
                    <a:pt x="3490096" y="1714874"/>
                    <a:pt x="3483061" y="1724859"/>
                    <a:pt x="3510201" y="1727844"/>
                  </a:cubicBezTo>
                  <a:cubicBezTo>
                    <a:pt x="3537308" y="1730795"/>
                    <a:pt x="3549541" y="1731287"/>
                    <a:pt x="3559692" y="1728828"/>
                  </a:cubicBezTo>
                  <a:cubicBezTo>
                    <a:pt x="3569728" y="1726352"/>
                    <a:pt x="3561233" y="1728319"/>
                    <a:pt x="3547934" y="1719399"/>
                  </a:cubicBezTo>
                  <a:cubicBezTo>
                    <a:pt x="3534684" y="1710496"/>
                    <a:pt x="3526140" y="1718415"/>
                    <a:pt x="3505920" y="1716431"/>
                  </a:cubicBezTo>
                  <a:close/>
                  <a:moveTo>
                    <a:pt x="3657002" y="1724859"/>
                  </a:moveTo>
                  <a:cubicBezTo>
                    <a:pt x="3635126" y="1720137"/>
                    <a:pt x="3641096" y="1746668"/>
                    <a:pt x="3663414" y="1742699"/>
                  </a:cubicBezTo>
                  <a:cubicBezTo>
                    <a:pt x="3685766" y="1738732"/>
                    <a:pt x="3677254" y="1744192"/>
                    <a:pt x="3687373" y="1727860"/>
                  </a:cubicBezTo>
                  <a:cubicBezTo>
                    <a:pt x="3697441" y="1711479"/>
                    <a:pt x="3679928" y="1729811"/>
                    <a:pt x="3657002" y="1724859"/>
                  </a:cubicBezTo>
                  <a:close/>
                  <a:moveTo>
                    <a:pt x="3113629" y="1601831"/>
                  </a:moveTo>
                  <a:cubicBezTo>
                    <a:pt x="3095820" y="1604078"/>
                    <a:pt x="3094476" y="1610079"/>
                    <a:pt x="3108283" y="1613719"/>
                  </a:cubicBezTo>
                  <a:cubicBezTo>
                    <a:pt x="3122124" y="1617343"/>
                    <a:pt x="3120337" y="1613064"/>
                    <a:pt x="3128175" y="1607439"/>
                  </a:cubicBezTo>
                  <a:cubicBezTo>
                    <a:pt x="3135965" y="1601831"/>
                    <a:pt x="3121419" y="1600831"/>
                    <a:pt x="3113629" y="1601831"/>
                  </a:cubicBezTo>
                  <a:close/>
                  <a:moveTo>
                    <a:pt x="2038954" y="1278463"/>
                  </a:moveTo>
                  <a:cubicBezTo>
                    <a:pt x="2028032" y="1287120"/>
                    <a:pt x="2015536" y="1299763"/>
                    <a:pt x="2000121" y="1327523"/>
                  </a:cubicBezTo>
                  <a:cubicBezTo>
                    <a:pt x="1984690" y="1355267"/>
                    <a:pt x="1986314" y="1352283"/>
                    <a:pt x="1971407" y="1367647"/>
                  </a:cubicBezTo>
                  <a:cubicBezTo>
                    <a:pt x="1956501" y="1383011"/>
                    <a:pt x="1963979" y="1379535"/>
                    <a:pt x="2010239" y="1388455"/>
                  </a:cubicBezTo>
                  <a:cubicBezTo>
                    <a:pt x="2056549" y="1397359"/>
                    <a:pt x="2052811" y="1404295"/>
                    <a:pt x="2063470" y="1401343"/>
                  </a:cubicBezTo>
                  <a:cubicBezTo>
                    <a:pt x="2074096" y="1398375"/>
                    <a:pt x="2076261" y="1407279"/>
                    <a:pt x="2076261" y="1416707"/>
                  </a:cubicBezTo>
                  <a:cubicBezTo>
                    <a:pt x="2076261" y="1426119"/>
                    <a:pt x="2086297" y="1420659"/>
                    <a:pt x="2091135" y="1405803"/>
                  </a:cubicBezTo>
                  <a:cubicBezTo>
                    <a:pt x="2095890" y="1390947"/>
                    <a:pt x="2086297" y="1364187"/>
                    <a:pt x="2076769" y="1348823"/>
                  </a:cubicBezTo>
                  <a:cubicBezTo>
                    <a:pt x="2067176" y="1333459"/>
                    <a:pt x="2065011" y="1333459"/>
                    <a:pt x="2050138" y="1337427"/>
                  </a:cubicBezTo>
                  <a:cubicBezTo>
                    <a:pt x="2035264" y="1341379"/>
                    <a:pt x="2040020" y="1333951"/>
                    <a:pt x="2034756" y="1322063"/>
                  </a:cubicBezTo>
                  <a:cubicBezTo>
                    <a:pt x="2029410" y="1310159"/>
                    <a:pt x="2020866" y="1319587"/>
                    <a:pt x="2033690" y="1301747"/>
                  </a:cubicBezTo>
                  <a:cubicBezTo>
                    <a:pt x="2046432" y="1283923"/>
                    <a:pt x="2049613" y="1270051"/>
                    <a:pt x="2038954" y="1278463"/>
                  </a:cubicBezTo>
                  <a:close/>
                  <a:moveTo>
                    <a:pt x="622774" y="1246767"/>
                  </a:moveTo>
                  <a:cubicBezTo>
                    <a:pt x="622774" y="1261492"/>
                    <a:pt x="638353" y="1286727"/>
                    <a:pt x="650061" y="1294991"/>
                  </a:cubicBezTo>
                  <a:cubicBezTo>
                    <a:pt x="661754" y="1303255"/>
                    <a:pt x="659294" y="1298648"/>
                    <a:pt x="653981" y="1281119"/>
                  </a:cubicBezTo>
                  <a:cubicBezTo>
                    <a:pt x="648635" y="1263607"/>
                    <a:pt x="652915" y="1263607"/>
                    <a:pt x="650422" y="1252375"/>
                  </a:cubicBezTo>
                  <a:cubicBezTo>
                    <a:pt x="647946" y="1241143"/>
                    <a:pt x="622774" y="1241471"/>
                    <a:pt x="622774" y="1246767"/>
                  </a:cubicBezTo>
                  <a:close/>
                  <a:moveTo>
                    <a:pt x="700438" y="1327359"/>
                  </a:moveTo>
                  <a:cubicBezTo>
                    <a:pt x="703521" y="1330540"/>
                    <a:pt x="712819" y="1343871"/>
                    <a:pt x="729152" y="1354775"/>
                  </a:cubicBezTo>
                  <a:cubicBezTo>
                    <a:pt x="745486" y="1365679"/>
                    <a:pt x="749749" y="1367008"/>
                    <a:pt x="766771" y="1371943"/>
                  </a:cubicBezTo>
                  <a:cubicBezTo>
                    <a:pt x="783810" y="1376911"/>
                    <a:pt x="791238" y="1370287"/>
                    <a:pt x="780218" y="1360383"/>
                  </a:cubicBezTo>
                  <a:cubicBezTo>
                    <a:pt x="769231" y="1350479"/>
                    <a:pt x="778464" y="1351463"/>
                    <a:pt x="758572" y="1346839"/>
                  </a:cubicBezTo>
                  <a:cubicBezTo>
                    <a:pt x="738713" y="1342231"/>
                    <a:pt x="734498" y="1343871"/>
                    <a:pt x="724544" y="1337591"/>
                  </a:cubicBezTo>
                  <a:cubicBezTo>
                    <a:pt x="714623" y="1331327"/>
                    <a:pt x="693698" y="1320407"/>
                    <a:pt x="700438" y="1327359"/>
                  </a:cubicBezTo>
                  <a:close/>
                  <a:moveTo>
                    <a:pt x="267921" y="1163027"/>
                  </a:moveTo>
                  <a:cubicBezTo>
                    <a:pt x="255179" y="1160141"/>
                    <a:pt x="250112" y="1159567"/>
                    <a:pt x="241322" y="1166486"/>
                  </a:cubicBezTo>
                  <a:cubicBezTo>
                    <a:pt x="232565" y="1173422"/>
                    <a:pt x="230188" y="1179375"/>
                    <a:pt x="234943" y="1187049"/>
                  </a:cubicBezTo>
                  <a:cubicBezTo>
                    <a:pt x="239748" y="1194739"/>
                    <a:pt x="236813" y="1190508"/>
                    <a:pt x="247947" y="1182834"/>
                  </a:cubicBezTo>
                  <a:cubicBezTo>
                    <a:pt x="259164" y="1175144"/>
                    <a:pt x="253851" y="1174177"/>
                    <a:pt x="267921" y="1170700"/>
                  </a:cubicBezTo>
                  <a:cubicBezTo>
                    <a:pt x="282057" y="1167224"/>
                    <a:pt x="279089" y="1162518"/>
                    <a:pt x="279089" y="1162518"/>
                  </a:cubicBezTo>
                  <a:cubicBezTo>
                    <a:pt x="279089" y="1162518"/>
                    <a:pt x="275694" y="1164765"/>
                    <a:pt x="267921" y="1163027"/>
                  </a:cubicBezTo>
                  <a:close/>
                  <a:moveTo>
                    <a:pt x="263444" y="1145941"/>
                  </a:moveTo>
                  <a:cubicBezTo>
                    <a:pt x="254835" y="1151122"/>
                    <a:pt x="251982" y="1155353"/>
                    <a:pt x="261575" y="1153369"/>
                  </a:cubicBezTo>
                  <a:cubicBezTo>
                    <a:pt x="271135" y="1151385"/>
                    <a:pt x="269774" y="1145941"/>
                    <a:pt x="275940" y="1147171"/>
                  </a:cubicBezTo>
                  <a:cubicBezTo>
                    <a:pt x="282057" y="1148384"/>
                    <a:pt x="284140" y="1145941"/>
                    <a:pt x="284140" y="1145941"/>
                  </a:cubicBezTo>
                  <a:cubicBezTo>
                    <a:pt x="284140" y="1145941"/>
                    <a:pt x="272464" y="1140497"/>
                    <a:pt x="263444" y="1145941"/>
                  </a:cubicBezTo>
                  <a:close/>
                  <a:moveTo>
                    <a:pt x="17889" y="1106538"/>
                  </a:moveTo>
                  <a:cubicBezTo>
                    <a:pt x="6164" y="1112245"/>
                    <a:pt x="-4905" y="1105555"/>
                    <a:pt x="2278" y="1109867"/>
                  </a:cubicBezTo>
                  <a:cubicBezTo>
                    <a:pt x="9493" y="1114212"/>
                    <a:pt x="19316" y="1118295"/>
                    <a:pt x="27040" y="1117426"/>
                  </a:cubicBezTo>
                  <a:cubicBezTo>
                    <a:pt x="34764" y="1116557"/>
                    <a:pt x="39831" y="1116442"/>
                    <a:pt x="37010" y="1112704"/>
                  </a:cubicBezTo>
                  <a:cubicBezTo>
                    <a:pt x="34190" y="1108998"/>
                    <a:pt x="33452" y="1108031"/>
                    <a:pt x="33304" y="1104194"/>
                  </a:cubicBezTo>
                  <a:cubicBezTo>
                    <a:pt x="33009" y="1098996"/>
                    <a:pt x="29565" y="1100849"/>
                    <a:pt x="17889" y="1106538"/>
                  </a:cubicBezTo>
                  <a:close/>
                  <a:moveTo>
                    <a:pt x="3944702" y="2720857"/>
                  </a:moveTo>
                  <a:cubicBezTo>
                    <a:pt x="3931255" y="2750601"/>
                    <a:pt x="3902836" y="2736057"/>
                    <a:pt x="3880156" y="2757849"/>
                  </a:cubicBezTo>
                  <a:cubicBezTo>
                    <a:pt x="3857477" y="2779657"/>
                    <a:pt x="3860986" y="2773049"/>
                    <a:pt x="3877992" y="2803433"/>
                  </a:cubicBezTo>
                  <a:cubicBezTo>
                    <a:pt x="3895030" y="2833817"/>
                    <a:pt x="3863889" y="2830521"/>
                    <a:pt x="3856017" y="2866185"/>
                  </a:cubicBezTo>
                  <a:cubicBezTo>
                    <a:pt x="3848211" y="2901849"/>
                    <a:pt x="3865250" y="2895257"/>
                    <a:pt x="3874449" y="2925625"/>
                  </a:cubicBezTo>
                  <a:cubicBezTo>
                    <a:pt x="3883715" y="2956009"/>
                    <a:pt x="3887962" y="2946777"/>
                    <a:pt x="3905001" y="2942809"/>
                  </a:cubicBezTo>
                  <a:cubicBezTo>
                    <a:pt x="3922006" y="2938857"/>
                    <a:pt x="3934059" y="2930921"/>
                    <a:pt x="3934059" y="2930921"/>
                  </a:cubicBezTo>
                  <a:cubicBezTo>
                    <a:pt x="3934059" y="2930921"/>
                    <a:pt x="3936962" y="2904505"/>
                    <a:pt x="3948244" y="2865529"/>
                  </a:cubicBezTo>
                  <a:cubicBezTo>
                    <a:pt x="3959608" y="2826553"/>
                    <a:pt x="3967447" y="2798153"/>
                    <a:pt x="3969529" y="2772377"/>
                  </a:cubicBezTo>
                  <a:cubicBezTo>
                    <a:pt x="3971694" y="2746600"/>
                    <a:pt x="3973777" y="2728121"/>
                    <a:pt x="3979500" y="2736041"/>
                  </a:cubicBezTo>
                  <a:cubicBezTo>
                    <a:pt x="3985174" y="2743977"/>
                    <a:pt x="3985879" y="2743977"/>
                    <a:pt x="3985879" y="2731433"/>
                  </a:cubicBezTo>
                  <a:cubicBezTo>
                    <a:pt x="3985879" y="2718873"/>
                    <a:pt x="3979106" y="2683570"/>
                    <a:pt x="3968152" y="2675273"/>
                  </a:cubicBezTo>
                  <a:cubicBezTo>
                    <a:pt x="3948916" y="2660761"/>
                    <a:pt x="3958182" y="2691145"/>
                    <a:pt x="3944702" y="2720857"/>
                  </a:cubicBezTo>
                  <a:close/>
                  <a:moveTo>
                    <a:pt x="3964594" y="688886"/>
                  </a:moveTo>
                  <a:cubicBezTo>
                    <a:pt x="3946014" y="693133"/>
                    <a:pt x="3937191" y="704480"/>
                    <a:pt x="3950753" y="708940"/>
                  </a:cubicBezTo>
                  <a:cubicBezTo>
                    <a:pt x="3964315" y="713383"/>
                    <a:pt x="3962954" y="710940"/>
                    <a:pt x="3985338" y="703004"/>
                  </a:cubicBezTo>
                  <a:cubicBezTo>
                    <a:pt x="4007673" y="695068"/>
                    <a:pt x="3982944" y="684688"/>
                    <a:pt x="3964594" y="688886"/>
                  </a:cubicBezTo>
                  <a:close/>
                  <a:moveTo>
                    <a:pt x="4312198" y="351334"/>
                  </a:moveTo>
                  <a:cubicBezTo>
                    <a:pt x="4305819" y="341430"/>
                    <a:pt x="4300178" y="354646"/>
                    <a:pt x="4234894" y="383046"/>
                  </a:cubicBezTo>
                  <a:cubicBezTo>
                    <a:pt x="4169611" y="411429"/>
                    <a:pt x="4170300" y="386997"/>
                    <a:pt x="4109313" y="435222"/>
                  </a:cubicBezTo>
                  <a:cubicBezTo>
                    <a:pt x="4048309" y="483446"/>
                    <a:pt x="4061756" y="477493"/>
                    <a:pt x="4058214" y="506566"/>
                  </a:cubicBezTo>
                  <a:cubicBezTo>
                    <a:pt x="4054656" y="535622"/>
                    <a:pt x="4040487" y="523061"/>
                    <a:pt x="4034846" y="549494"/>
                  </a:cubicBezTo>
                  <a:cubicBezTo>
                    <a:pt x="4029172" y="575909"/>
                    <a:pt x="3997998" y="577254"/>
                    <a:pt x="4013560" y="599046"/>
                  </a:cubicBezTo>
                  <a:cubicBezTo>
                    <a:pt x="4029172" y="620838"/>
                    <a:pt x="4049720" y="633381"/>
                    <a:pt x="4082320" y="642646"/>
                  </a:cubicBezTo>
                  <a:cubicBezTo>
                    <a:pt x="4114970" y="651894"/>
                    <a:pt x="4124203" y="641990"/>
                    <a:pt x="4117118" y="638661"/>
                  </a:cubicBezTo>
                  <a:cubicBezTo>
                    <a:pt x="4110018" y="635366"/>
                    <a:pt x="4085206" y="596389"/>
                    <a:pt x="4090159" y="552133"/>
                  </a:cubicBezTo>
                  <a:cubicBezTo>
                    <a:pt x="4095144" y="507877"/>
                    <a:pt x="4111477" y="514469"/>
                    <a:pt x="4125629" y="497957"/>
                  </a:cubicBezTo>
                  <a:cubicBezTo>
                    <a:pt x="4139814" y="481445"/>
                    <a:pt x="4176728" y="438501"/>
                    <a:pt x="4200883" y="423957"/>
                  </a:cubicBezTo>
                  <a:cubicBezTo>
                    <a:pt x="4224334" y="409839"/>
                    <a:pt x="4286714" y="390080"/>
                    <a:pt x="4318151" y="379274"/>
                  </a:cubicBezTo>
                  <a:cubicBezTo>
                    <a:pt x="4319069" y="378963"/>
                    <a:pt x="4320168" y="379012"/>
                    <a:pt x="4320709" y="378373"/>
                  </a:cubicBezTo>
                  <a:cubicBezTo>
                    <a:pt x="4345569" y="350678"/>
                    <a:pt x="4318610" y="361238"/>
                    <a:pt x="4312198" y="351334"/>
                  </a:cubicBezTo>
                  <a:close/>
                  <a:moveTo>
                    <a:pt x="4136305" y="648254"/>
                  </a:moveTo>
                  <a:cubicBezTo>
                    <a:pt x="4128581" y="649352"/>
                    <a:pt x="4124908" y="649598"/>
                    <a:pt x="4139126" y="663454"/>
                  </a:cubicBezTo>
                  <a:cubicBezTo>
                    <a:pt x="4153310" y="677342"/>
                    <a:pt x="4165724" y="687918"/>
                    <a:pt x="4161067" y="669390"/>
                  </a:cubicBezTo>
                  <a:cubicBezTo>
                    <a:pt x="4156459" y="650910"/>
                    <a:pt x="4143340" y="647270"/>
                    <a:pt x="4136305" y="648254"/>
                  </a:cubicBezTo>
                  <a:close/>
                  <a:moveTo>
                    <a:pt x="4369315" y="513830"/>
                  </a:moveTo>
                  <a:cubicBezTo>
                    <a:pt x="4358951" y="509009"/>
                    <a:pt x="4353375" y="503926"/>
                    <a:pt x="4350883" y="511862"/>
                  </a:cubicBezTo>
                  <a:cubicBezTo>
                    <a:pt x="4348390" y="519782"/>
                    <a:pt x="4362575" y="530358"/>
                    <a:pt x="4376416" y="532998"/>
                  </a:cubicBezTo>
                  <a:cubicBezTo>
                    <a:pt x="4390223" y="535638"/>
                    <a:pt x="4379236" y="518470"/>
                    <a:pt x="4369315" y="513830"/>
                  </a:cubicBezTo>
                  <a:close/>
                  <a:moveTo>
                    <a:pt x="1927032" y="1345183"/>
                  </a:moveTo>
                  <a:cubicBezTo>
                    <a:pt x="1911273" y="1337279"/>
                    <a:pt x="1895858" y="1330983"/>
                    <a:pt x="1885560" y="1330983"/>
                  </a:cubicBezTo>
                  <a:cubicBezTo>
                    <a:pt x="1875294" y="1330983"/>
                    <a:pt x="1887692" y="1341871"/>
                    <a:pt x="1903992" y="1350791"/>
                  </a:cubicBezTo>
                  <a:cubicBezTo>
                    <a:pt x="1920374" y="1359711"/>
                    <a:pt x="1936265" y="1349807"/>
                    <a:pt x="1927032" y="1345183"/>
                  </a:cubicBezTo>
                  <a:close/>
                  <a:moveTo>
                    <a:pt x="1889479" y="1411591"/>
                  </a:moveTo>
                  <a:cubicBezTo>
                    <a:pt x="1890315" y="1398490"/>
                    <a:pt x="1880722" y="1426611"/>
                    <a:pt x="1892480" y="1432875"/>
                  </a:cubicBezTo>
                  <a:cubicBezTo>
                    <a:pt x="1904172" y="1439155"/>
                    <a:pt x="1910256" y="1440811"/>
                    <a:pt x="1917685" y="1433203"/>
                  </a:cubicBezTo>
                  <a:cubicBezTo>
                    <a:pt x="1925113" y="1425611"/>
                    <a:pt x="1919046" y="1430399"/>
                    <a:pt x="1908780" y="1428595"/>
                  </a:cubicBezTo>
                  <a:cubicBezTo>
                    <a:pt x="1898498" y="1426759"/>
                    <a:pt x="1888790" y="1422496"/>
                    <a:pt x="1889479" y="1411591"/>
                  </a:cubicBezTo>
                  <a:close/>
                  <a:moveTo>
                    <a:pt x="6537213" y="956439"/>
                  </a:moveTo>
                  <a:cubicBezTo>
                    <a:pt x="6518011" y="958406"/>
                    <a:pt x="6503662" y="952962"/>
                    <a:pt x="6503662" y="952962"/>
                  </a:cubicBezTo>
                  <a:cubicBezTo>
                    <a:pt x="6503662" y="952962"/>
                    <a:pt x="6502596" y="968327"/>
                    <a:pt x="6496774" y="975755"/>
                  </a:cubicBezTo>
                  <a:cubicBezTo>
                    <a:pt x="6490871" y="983182"/>
                    <a:pt x="6495167" y="991119"/>
                    <a:pt x="6495167" y="991119"/>
                  </a:cubicBezTo>
                  <a:cubicBezTo>
                    <a:pt x="6495167" y="991119"/>
                    <a:pt x="6476014" y="982690"/>
                    <a:pt x="6464829" y="978722"/>
                  </a:cubicBezTo>
                  <a:cubicBezTo>
                    <a:pt x="6453662" y="974771"/>
                    <a:pt x="6443544" y="978230"/>
                    <a:pt x="6437132" y="961391"/>
                  </a:cubicBezTo>
                  <a:cubicBezTo>
                    <a:pt x="6430786" y="944551"/>
                    <a:pt x="6411632" y="947519"/>
                    <a:pt x="6396725" y="947519"/>
                  </a:cubicBezTo>
                  <a:cubicBezTo>
                    <a:pt x="6381852" y="947519"/>
                    <a:pt x="6386099" y="928203"/>
                    <a:pt x="6386099" y="928203"/>
                  </a:cubicBezTo>
                  <a:cubicBezTo>
                    <a:pt x="6386099" y="928203"/>
                    <a:pt x="6386099" y="928203"/>
                    <a:pt x="6377080" y="928695"/>
                  </a:cubicBezTo>
                  <a:cubicBezTo>
                    <a:pt x="6367995" y="929203"/>
                    <a:pt x="6369569" y="950995"/>
                    <a:pt x="6357877" y="957931"/>
                  </a:cubicBezTo>
                  <a:cubicBezTo>
                    <a:pt x="6346119" y="964850"/>
                    <a:pt x="6309451" y="969310"/>
                    <a:pt x="6309451" y="969310"/>
                  </a:cubicBezTo>
                  <a:cubicBezTo>
                    <a:pt x="6309451" y="969310"/>
                    <a:pt x="6332869" y="986167"/>
                    <a:pt x="6337657" y="1000039"/>
                  </a:cubicBezTo>
                  <a:cubicBezTo>
                    <a:pt x="6342462" y="1013911"/>
                    <a:pt x="6351498" y="1027291"/>
                    <a:pt x="6351498" y="1027291"/>
                  </a:cubicBezTo>
                  <a:cubicBezTo>
                    <a:pt x="6351498" y="1027291"/>
                    <a:pt x="6349382" y="1033735"/>
                    <a:pt x="6321160" y="1028275"/>
                  </a:cubicBezTo>
                  <a:cubicBezTo>
                    <a:pt x="6292954" y="1022831"/>
                    <a:pt x="6294561" y="1033718"/>
                    <a:pt x="6264191" y="1046098"/>
                  </a:cubicBezTo>
                  <a:cubicBezTo>
                    <a:pt x="6233886" y="1058495"/>
                    <a:pt x="6199317" y="1077335"/>
                    <a:pt x="6190806" y="1084255"/>
                  </a:cubicBezTo>
                  <a:cubicBezTo>
                    <a:pt x="6182230" y="1091191"/>
                    <a:pt x="6181721" y="1087239"/>
                    <a:pt x="6155155" y="1080795"/>
                  </a:cubicBezTo>
                  <a:cubicBezTo>
                    <a:pt x="6128524" y="1074334"/>
                    <a:pt x="6123243" y="1088206"/>
                    <a:pt x="6116290" y="1091699"/>
                  </a:cubicBezTo>
                  <a:cubicBezTo>
                    <a:pt x="6109403" y="1095159"/>
                    <a:pt x="6112076" y="1075826"/>
                    <a:pt x="6112076" y="1075826"/>
                  </a:cubicBezTo>
                  <a:cubicBezTo>
                    <a:pt x="6112076" y="1075826"/>
                    <a:pt x="6102483" y="1075826"/>
                    <a:pt x="6090708" y="1081779"/>
                  </a:cubicBezTo>
                  <a:cubicBezTo>
                    <a:pt x="5969439" y="1143383"/>
                    <a:pt x="6053122" y="1140136"/>
                    <a:pt x="6049269" y="1152614"/>
                  </a:cubicBezTo>
                  <a:cubicBezTo>
                    <a:pt x="6049269" y="1152647"/>
                    <a:pt x="6036445" y="1200675"/>
                    <a:pt x="6036445" y="1200675"/>
                  </a:cubicBezTo>
                  <a:cubicBezTo>
                    <a:pt x="6018636" y="1253785"/>
                    <a:pt x="6006255" y="1225992"/>
                    <a:pt x="5991233" y="1268051"/>
                  </a:cubicBezTo>
                  <a:cubicBezTo>
                    <a:pt x="5943349" y="1401819"/>
                    <a:pt x="5915651" y="1247439"/>
                    <a:pt x="5915651" y="1212071"/>
                  </a:cubicBezTo>
                  <a:cubicBezTo>
                    <a:pt x="5915651" y="1190262"/>
                    <a:pt x="5910896" y="1162026"/>
                    <a:pt x="5924736" y="1155599"/>
                  </a:cubicBezTo>
                  <a:cubicBezTo>
                    <a:pt x="6043808" y="1100160"/>
                    <a:pt x="5935904" y="1147892"/>
                    <a:pt x="6047613" y="1071366"/>
                  </a:cubicBezTo>
                  <a:cubicBezTo>
                    <a:pt x="6083837" y="1046590"/>
                    <a:pt x="6064142" y="1031734"/>
                    <a:pt x="6072079" y="1024798"/>
                  </a:cubicBezTo>
                  <a:cubicBezTo>
                    <a:pt x="6080065" y="1017862"/>
                    <a:pt x="6092856" y="1015862"/>
                    <a:pt x="6092856" y="1015862"/>
                  </a:cubicBezTo>
                  <a:cubicBezTo>
                    <a:pt x="6092856" y="1015862"/>
                    <a:pt x="6092856" y="1015862"/>
                    <a:pt x="6073178" y="1013894"/>
                  </a:cubicBezTo>
                  <a:cubicBezTo>
                    <a:pt x="6053467" y="1011910"/>
                    <a:pt x="6052959" y="1016370"/>
                    <a:pt x="6037494" y="1033210"/>
                  </a:cubicBezTo>
                  <a:cubicBezTo>
                    <a:pt x="6022063" y="1050066"/>
                    <a:pt x="6009879" y="1053034"/>
                    <a:pt x="6013060" y="1040146"/>
                  </a:cubicBezTo>
                  <a:cubicBezTo>
                    <a:pt x="6016209" y="1027274"/>
                    <a:pt x="6016717" y="1013894"/>
                    <a:pt x="6005074" y="1020847"/>
                  </a:cubicBezTo>
                  <a:cubicBezTo>
                    <a:pt x="5993382" y="1027766"/>
                    <a:pt x="5988593" y="1026783"/>
                    <a:pt x="5966783" y="1031242"/>
                  </a:cubicBezTo>
                  <a:cubicBezTo>
                    <a:pt x="5944907" y="1035703"/>
                    <a:pt x="5921539" y="1046098"/>
                    <a:pt x="5901827" y="1070874"/>
                  </a:cubicBezTo>
                  <a:cubicBezTo>
                    <a:pt x="5882149" y="1095651"/>
                    <a:pt x="5893333" y="1092666"/>
                    <a:pt x="5899745" y="1098619"/>
                  </a:cubicBezTo>
                  <a:cubicBezTo>
                    <a:pt x="5906091" y="1104571"/>
                    <a:pt x="5868308" y="1103079"/>
                    <a:pt x="5850253" y="1101603"/>
                  </a:cubicBezTo>
                  <a:cubicBezTo>
                    <a:pt x="5832116" y="1100127"/>
                    <a:pt x="5841677" y="1096634"/>
                    <a:pt x="5852336" y="1093175"/>
                  </a:cubicBezTo>
                  <a:cubicBezTo>
                    <a:pt x="5862995" y="1089698"/>
                    <a:pt x="5836397" y="1086731"/>
                    <a:pt x="5812946" y="1081779"/>
                  </a:cubicBezTo>
                  <a:cubicBezTo>
                    <a:pt x="5789529" y="1076827"/>
                    <a:pt x="5798581" y="1085747"/>
                    <a:pt x="5784773" y="1091191"/>
                  </a:cubicBezTo>
                  <a:cubicBezTo>
                    <a:pt x="5770932" y="1096634"/>
                    <a:pt x="5771474" y="1086255"/>
                    <a:pt x="5764554" y="1084747"/>
                  </a:cubicBezTo>
                  <a:cubicBezTo>
                    <a:pt x="5757633" y="1083254"/>
                    <a:pt x="5726787" y="1081287"/>
                    <a:pt x="5704977" y="1078794"/>
                  </a:cubicBezTo>
                  <a:cubicBezTo>
                    <a:pt x="5683183" y="1076318"/>
                    <a:pt x="5684757" y="1080287"/>
                    <a:pt x="5678886" y="1087714"/>
                  </a:cubicBezTo>
                  <a:cubicBezTo>
                    <a:pt x="5672983" y="1095159"/>
                    <a:pt x="5632576" y="1130823"/>
                    <a:pt x="5615030" y="1151139"/>
                  </a:cubicBezTo>
                  <a:cubicBezTo>
                    <a:pt x="5597450" y="1171438"/>
                    <a:pt x="5575640" y="1175915"/>
                    <a:pt x="5555929" y="1194739"/>
                  </a:cubicBezTo>
                  <a:cubicBezTo>
                    <a:pt x="5536299" y="1213563"/>
                    <a:pt x="5533069" y="1212563"/>
                    <a:pt x="5549008" y="1215547"/>
                  </a:cubicBezTo>
                  <a:cubicBezTo>
                    <a:pt x="5564981" y="1218515"/>
                    <a:pt x="5567146" y="1217023"/>
                    <a:pt x="5569786" y="1231895"/>
                  </a:cubicBezTo>
                  <a:cubicBezTo>
                    <a:pt x="5572459" y="1246767"/>
                    <a:pt x="5579903" y="1251703"/>
                    <a:pt x="5596926" y="1251703"/>
                  </a:cubicBezTo>
                  <a:cubicBezTo>
                    <a:pt x="5613964" y="1251703"/>
                    <a:pt x="5609192" y="1256163"/>
                    <a:pt x="5612357" y="1243291"/>
                  </a:cubicBezTo>
                  <a:cubicBezTo>
                    <a:pt x="5615538" y="1230419"/>
                    <a:pt x="5608110" y="1215563"/>
                    <a:pt x="5622475" y="1226943"/>
                  </a:cubicBezTo>
                  <a:cubicBezTo>
                    <a:pt x="5636840" y="1238355"/>
                    <a:pt x="5648565" y="1246783"/>
                    <a:pt x="5652813" y="1263131"/>
                  </a:cubicBezTo>
                  <a:cubicBezTo>
                    <a:pt x="5657092" y="1279479"/>
                    <a:pt x="5651714" y="1291367"/>
                    <a:pt x="5644285" y="1318636"/>
                  </a:cubicBezTo>
                  <a:cubicBezTo>
                    <a:pt x="5636840" y="1345888"/>
                    <a:pt x="5634216" y="1385028"/>
                    <a:pt x="5624098" y="1404836"/>
                  </a:cubicBezTo>
                  <a:cubicBezTo>
                    <a:pt x="5613980" y="1424644"/>
                    <a:pt x="5605961" y="1439516"/>
                    <a:pt x="5594794" y="1461324"/>
                  </a:cubicBezTo>
                  <a:cubicBezTo>
                    <a:pt x="5583659" y="1483116"/>
                    <a:pt x="5529363" y="1538112"/>
                    <a:pt x="5517129" y="1543064"/>
                  </a:cubicBezTo>
                  <a:cubicBezTo>
                    <a:pt x="5504896" y="1548016"/>
                    <a:pt x="5496942" y="1548508"/>
                    <a:pt x="5491088" y="1537620"/>
                  </a:cubicBezTo>
                  <a:cubicBezTo>
                    <a:pt x="5485266" y="1526716"/>
                    <a:pt x="5480970" y="1528700"/>
                    <a:pt x="5467130" y="1541080"/>
                  </a:cubicBezTo>
                  <a:cubicBezTo>
                    <a:pt x="5453354" y="1553476"/>
                    <a:pt x="5446943" y="1560921"/>
                    <a:pt x="5441597" y="1580728"/>
                  </a:cubicBezTo>
                  <a:cubicBezTo>
                    <a:pt x="5436283" y="1600552"/>
                    <a:pt x="5424558" y="1600552"/>
                    <a:pt x="5412325" y="1615408"/>
                  </a:cubicBezTo>
                  <a:cubicBezTo>
                    <a:pt x="5400091" y="1630264"/>
                    <a:pt x="5396943" y="1626821"/>
                    <a:pt x="5405946" y="1643661"/>
                  </a:cubicBezTo>
                  <a:cubicBezTo>
                    <a:pt x="5414998" y="1660501"/>
                    <a:pt x="5429871" y="1678357"/>
                    <a:pt x="5431478" y="1694689"/>
                  </a:cubicBezTo>
                  <a:cubicBezTo>
                    <a:pt x="5433086" y="1711037"/>
                    <a:pt x="5424001" y="1734829"/>
                    <a:pt x="5418212" y="1745225"/>
                  </a:cubicBezTo>
                  <a:cubicBezTo>
                    <a:pt x="5412308" y="1755620"/>
                    <a:pt x="5384660" y="1760589"/>
                    <a:pt x="5385168" y="1755620"/>
                  </a:cubicBezTo>
                  <a:cubicBezTo>
                    <a:pt x="5385726" y="1750669"/>
                    <a:pt x="5386234" y="1725892"/>
                    <a:pt x="5385168" y="1711529"/>
                  </a:cubicBezTo>
                  <a:cubicBezTo>
                    <a:pt x="5384102" y="1697165"/>
                    <a:pt x="5373476" y="1697165"/>
                    <a:pt x="5377182" y="1692705"/>
                  </a:cubicBezTo>
                  <a:cubicBezTo>
                    <a:pt x="5380954" y="1688261"/>
                    <a:pt x="5396336" y="1680817"/>
                    <a:pt x="5385168" y="1670404"/>
                  </a:cubicBezTo>
                  <a:cubicBezTo>
                    <a:pt x="5374001" y="1660009"/>
                    <a:pt x="5366047" y="1668929"/>
                    <a:pt x="5361276" y="1656532"/>
                  </a:cubicBezTo>
                  <a:cubicBezTo>
                    <a:pt x="5356438" y="1644153"/>
                    <a:pt x="5363358" y="1634232"/>
                    <a:pt x="5360767" y="1629789"/>
                  </a:cubicBezTo>
                  <a:cubicBezTo>
                    <a:pt x="5358012" y="1625329"/>
                    <a:pt x="5350075" y="1620377"/>
                    <a:pt x="5333578" y="1618901"/>
                  </a:cubicBezTo>
                  <a:cubicBezTo>
                    <a:pt x="5317097" y="1617409"/>
                    <a:pt x="5313358" y="1633740"/>
                    <a:pt x="5309619" y="1619376"/>
                  </a:cubicBezTo>
                  <a:cubicBezTo>
                    <a:pt x="5305913" y="1605012"/>
                    <a:pt x="5311227" y="1603537"/>
                    <a:pt x="5303765" y="1597585"/>
                  </a:cubicBezTo>
                  <a:cubicBezTo>
                    <a:pt x="5296336" y="1591632"/>
                    <a:pt x="5289925" y="1595600"/>
                    <a:pt x="5270836" y="1611949"/>
                  </a:cubicBezTo>
                  <a:cubicBezTo>
                    <a:pt x="5251683" y="1628296"/>
                    <a:pt x="5247911" y="1624837"/>
                    <a:pt x="5231971" y="1631773"/>
                  </a:cubicBezTo>
                  <a:cubicBezTo>
                    <a:pt x="5216032" y="1638709"/>
                    <a:pt x="5216032" y="1642677"/>
                    <a:pt x="5219705" y="1648121"/>
                  </a:cubicBezTo>
                  <a:cubicBezTo>
                    <a:pt x="5223477" y="1653581"/>
                    <a:pt x="5236743" y="1677340"/>
                    <a:pt x="5247911" y="1679833"/>
                  </a:cubicBezTo>
                  <a:cubicBezTo>
                    <a:pt x="5259128" y="1682325"/>
                    <a:pt x="5267114" y="1674864"/>
                    <a:pt x="5284103" y="1674864"/>
                  </a:cubicBezTo>
                  <a:cubicBezTo>
                    <a:pt x="5301174" y="1674864"/>
                    <a:pt x="5304323" y="1677340"/>
                    <a:pt x="5300075" y="1683768"/>
                  </a:cubicBezTo>
                  <a:cubicBezTo>
                    <a:pt x="5295795" y="1690229"/>
                    <a:pt x="5284103" y="1696673"/>
                    <a:pt x="5263359" y="1717481"/>
                  </a:cubicBezTo>
                  <a:cubicBezTo>
                    <a:pt x="5242630" y="1738305"/>
                    <a:pt x="5248960" y="1734337"/>
                    <a:pt x="5255930" y="1742749"/>
                  </a:cubicBezTo>
                  <a:cubicBezTo>
                    <a:pt x="5262850" y="1751177"/>
                    <a:pt x="5272968" y="1761573"/>
                    <a:pt x="5280397" y="1777921"/>
                  </a:cubicBezTo>
                  <a:cubicBezTo>
                    <a:pt x="5287842" y="1794269"/>
                    <a:pt x="5280397" y="1800204"/>
                    <a:pt x="5279298" y="1809616"/>
                  </a:cubicBezTo>
                  <a:cubicBezTo>
                    <a:pt x="5278232" y="1819045"/>
                    <a:pt x="5276625" y="1833409"/>
                    <a:pt x="5290465" y="1848281"/>
                  </a:cubicBezTo>
                  <a:cubicBezTo>
                    <a:pt x="5304306" y="1863137"/>
                    <a:pt x="5294746" y="1858185"/>
                    <a:pt x="5293139" y="1863645"/>
                  </a:cubicBezTo>
                  <a:cubicBezTo>
                    <a:pt x="5291564" y="1869089"/>
                    <a:pt x="5268114" y="1911705"/>
                    <a:pt x="5257488" y="1933005"/>
                  </a:cubicBezTo>
                  <a:cubicBezTo>
                    <a:pt x="5246829" y="1954305"/>
                    <a:pt x="5246829" y="1956289"/>
                    <a:pt x="5212243" y="1980573"/>
                  </a:cubicBezTo>
                  <a:cubicBezTo>
                    <a:pt x="5177692" y="2004858"/>
                    <a:pt x="5162227" y="2007334"/>
                    <a:pt x="5143631" y="2010777"/>
                  </a:cubicBezTo>
                  <a:cubicBezTo>
                    <a:pt x="5125019" y="2014253"/>
                    <a:pt x="5109046" y="2019713"/>
                    <a:pt x="5099486" y="2023682"/>
                  </a:cubicBezTo>
                  <a:cubicBezTo>
                    <a:pt x="5089893" y="2027650"/>
                    <a:pt x="5093582" y="2035553"/>
                    <a:pt x="5092598" y="2040521"/>
                  </a:cubicBezTo>
                  <a:cubicBezTo>
                    <a:pt x="5091467" y="2045473"/>
                    <a:pt x="5082448" y="2041013"/>
                    <a:pt x="5084022" y="2033569"/>
                  </a:cubicBezTo>
                  <a:cubicBezTo>
                    <a:pt x="5085629" y="2026141"/>
                    <a:pt x="5084563" y="2020697"/>
                    <a:pt x="5079774" y="2018713"/>
                  </a:cubicBezTo>
                  <a:cubicBezTo>
                    <a:pt x="5075019" y="2016729"/>
                    <a:pt x="5060063" y="2010777"/>
                    <a:pt x="5044681" y="2025666"/>
                  </a:cubicBezTo>
                  <a:cubicBezTo>
                    <a:pt x="5029250" y="2040521"/>
                    <a:pt x="5010572" y="2041505"/>
                    <a:pt x="5004242" y="2060346"/>
                  </a:cubicBezTo>
                  <a:cubicBezTo>
                    <a:pt x="4997863" y="2079170"/>
                    <a:pt x="4998929" y="2072742"/>
                    <a:pt x="5005849" y="2080645"/>
                  </a:cubicBezTo>
                  <a:cubicBezTo>
                    <a:pt x="5012736" y="2088582"/>
                    <a:pt x="5046288" y="2120786"/>
                    <a:pt x="5054242" y="2138117"/>
                  </a:cubicBezTo>
                  <a:cubicBezTo>
                    <a:pt x="5062228" y="2155449"/>
                    <a:pt x="5063802" y="2168370"/>
                    <a:pt x="5064392" y="2187178"/>
                  </a:cubicBezTo>
                  <a:cubicBezTo>
                    <a:pt x="5064901" y="2206002"/>
                    <a:pt x="5026036" y="2240682"/>
                    <a:pt x="5009030" y="2252078"/>
                  </a:cubicBezTo>
                  <a:cubicBezTo>
                    <a:pt x="4991992" y="2263474"/>
                    <a:pt x="4988253" y="2274362"/>
                    <a:pt x="4990926" y="2256522"/>
                  </a:cubicBezTo>
                  <a:cubicBezTo>
                    <a:pt x="4993534" y="2238698"/>
                    <a:pt x="4983497" y="2228286"/>
                    <a:pt x="4971215" y="2214922"/>
                  </a:cubicBezTo>
                  <a:cubicBezTo>
                    <a:pt x="4959014" y="2201525"/>
                    <a:pt x="4921789" y="2190638"/>
                    <a:pt x="4914787" y="2189145"/>
                  </a:cubicBezTo>
                  <a:cubicBezTo>
                    <a:pt x="4907932" y="2187670"/>
                    <a:pt x="4917459" y="2176766"/>
                    <a:pt x="4912671" y="2177258"/>
                  </a:cubicBezTo>
                  <a:cubicBezTo>
                    <a:pt x="4907948" y="2177766"/>
                    <a:pt x="4896732" y="2174798"/>
                    <a:pt x="4898339" y="2192113"/>
                  </a:cubicBezTo>
                  <a:cubicBezTo>
                    <a:pt x="4899880" y="2209462"/>
                    <a:pt x="4887171" y="2204018"/>
                    <a:pt x="4884498" y="2221350"/>
                  </a:cubicBezTo>
                  <a:cubicBezTo>
                    <a:pt x="4881825" y="2238698"/>
                    <a:pt x="4878644" y="2256522"/>
                    <a:pt x="4889811" y="2255046"/>
                  </a:cubicBezTo>
                  <a:cubicBezTo>
                    <a:pt x="4900946" y="2253570"/>
                    <a:pt x="4898864" y="2270410"/>
                    <a:pt x="4907358" y="2289217"/>
                  </a:cubicBezTo>
                  <a:cubicBezTo>
                    <a:pt x="4915885" y="2308041"/>
                    <a:pt x="4912671" y="2297646"/>
                    <a:pt x="4933990" y="2314994"/>
                  </a:cubicBezTo>
                  <a:cubicBezTo>
                    <a:pt x="4955275" y="2332326"/>
                    <a:pt x="4949929" y="2329358"/>
                    <a:pt x="4954767" y="2346706"/>
                  </a:cubicBezTo>
                  <a:cubicBezTo>
                    <a:pt x="4959490" y="2364038"/>
                    <a:pt x="4957948" y="2373958"/>
                    <a:pt x="4968624" y="2389798"/>
                  </a:cubicBezTo>
                  <a:cubicBezTo>
                    <a:pt x="4979168" y="2405654"/>
                    <a:pt x="4979758" y="2409114"/>
                    <a:pt x="4962212" y="2400194"/>
                  </a:cubicBezTo>
                  <a:cubicBezTo>
                    <a:pt x="4944632" y="2391290"/>
                    <a:pt x="4930300" y="2380369"/>
                    <a:pt x="4923347" y="2369465"/>
                  </a:cubicBezTo>
                  <a:cubicBezTo>
                    <a:pt x="4916427" y="2358561"/>
                    <a:pt x="4912212" y="2330817"/>
                    <a:pt x="4907965" y="2316962"/>
                  </a:cubicBezTo>
                  <a:cubicBezTo>
                    <a:pt x="4903635" y="2303089"/>
                    <a:pt x="4874954" y="2286742"/>
                    <a:pt x="4865361" y="2276821"/>
                  </a:cubicBezTo>
                  <a:cubicBezTo>
                    <a:pt x="4855800" y="2266917"/>
                    <a:pt x="4861622" y="2258997"/>
                    <a:pt x="4866460" y="2236189"/>
                  </a:cubicBezTo>
                  <a:cubicBezTo>
                    <a:pt x="4871215" y="2213397"/>
                    <a:pt x="4864295" y="2191605"/>
                    <a:pt x="4862721" y="2177717"/>
                  </a:cubicBezTo>
                  <a:cubicBezTo>
                    <a:pt x="4861114" y="2163845"/>
                    <a:pt x="4849930" y="2124950"/>
                    <a:pt x="4844584" y="2111800"/>
                  </a:cubicBezTo>
                  <a:cubicBezTo>
                    <a:pt x="4839270" y="2098699"/>
                    <a:pt x="4841435" y="2100420"/>
                    <a:pt x="4833154" y="2111800"/>
                  </a:cubicBezTo>
                  <a:cubicBezTo>
                    <a:pt x="4824905" y="2123213"/>
                    <a:pt x="4818542" y="2130148"/>
                    <a:pt x="4810556" y="2130148"/>
                  </a:cubicBezTo>
                  <a:cubicBezTo>
                    <a:pt x="4802603" y="2130148"/>
                    <a:pt x="4790927" y="2128902"/>
                    <a:pt x="4791943" y="2123704"/>
                  </a:cubicBezTo>
                  <a:cubicBezTo>
                    <a:pt x="4793010" y="2118507"/>
                    <a:pt x="4800996" y="2098699"/>
                    <a:pt x="4798618" y="2091254"/>
                  </a:cubicBezTo>
                  <a:cubicBezTo>
                    <a:pt x="4796207" y="2083843"/>
                    <a:pt x="4788762" y="2060050"/>
                    <a:pt x="4777594" y="2051622"/>
                  </a:cubicBezTo>
                  <a:cubicBezTo>
                    <a:pt x="4766378" y="2043194"/>
                    <a:pt x="4753636" y="2031552"/>
                    <a:pt x="4746453" y="2011974"/>
                  </a:cubicBezTo>
                  <a:cubicBezTo>
                    <a:pt x="4739271" y="1992412"/>
                    <a:pt x="4737401" y="1998102"/>
                    <a:pt x="4723593" y="2008268"/>
                  </a:cubicBezTo>
                  <a:cubicBezTo>
                    <a:pt x="4709737" y="2018418"/>
                    <a:pt x="4678054" y="2019664"/>
                    <a:pt x="4662918" y="2020894"/>
                  </a:cubicBezTo>
                  <a:cubicBezTo>
                    <a:pt x="4647749" y="2022124"/>
                    <a:pt x="4660245" y="2029568"/>
                    <a:pt x="4656539" y="2036996"/>
                  </a:cubicBezTo>
                  <a:cubicBezTo>
                    <a:pt x="4652800" y="2044440"/>
                    <a:pt x="4634958" y="2054098"/>
                    <a:pt x="4599094" y="2091517"/>
                  </a:cubicBezTo>
                  <a:cubicBezTo>
                    <a:pt x="4563148" y="2128902"/>
                    <a:pt x="4557737" y="2130148"/>
                    <a:pt x="4548422" y="2134117"/>
                  </a:cubicBezTo>
                  <a:cubicBezTo>
                    <a:pt x="4539124" y="2138068"/>
                    <a:pt x="4533286" y="2136822"/>
                    <a:pt x="4533631" y="2152203"/>
                  </a:cubicBezTo>
                  <a:cubicBezTo>
                    <a:pt x="4533893" y="2167551"/>
                    <a:pt x="4535270" y="2175897"/>
                    <a:pt x="4533516" y="2189621"/>
                  </a:cubicBezTo>
                  <a:cubicBezTo>
                    <a:pt x="4531761" y="2203329"/>
                    <a:pt x="4527661" y="2208937"/>
                    <a:pt x="4523726" y="2217677"/>
                  </a:cubicBezTo>
                  <a:cubicBezTo>
                    <a:pt x="4519888" y="2226449"/>
                    <a:pt x="4515624" y="2242305"/>
                    <a:pt x="4514346" y="2250569"/>
                  </a:cubicBezTo>
                  <a:cubicBezTo>
                    <a:pt x="4513132" y="2258833"/>
                    <a:pt x="4505146" y="2268410"/>
                    <a:pt x="4493421" y="2276821"/>
                  </a:cubicBezTo>
                  <a:cubicBezTo>
                    <a:pt x="4481728" y="2285249"/>
                    <a:pt x="4481728" y="2283757"/>
                    <a:pt x="4476415" y="2271377"/>
                  </a:cubicBezTo>
                  <a:cubicBezTo>
                    <a:pt x="4471069" y="2258997"/>
                    <a:pt x="4443405" y="2211429"/>
                    <a:pt x="4421053" y="2166845"/>
                  </a:cubicBezTo>
                  <a:cubicBezTo>
                    <a:pt x="4398702" y="2122262"/>
                    <a:pt x="4404015" y="2114325"/>
                    <a:pt x="4401850" y="2101437"/>
                  </a:cubicBezTo>
                  <a:cubicBezTo>
                    <a:pt x="4399767" y="2088565"/>
                    <a:pt x="4399325" y="2011236"/>
                    <a:pt x="4400276" y="2005333"/>
                  </a:cubicBezTo>
                  <a:cubicBezTo>
                    <a:pt x="4400817" y="2002021"/>
                    <a:pt x="4389469" y="2014417"/>
                    <a:pt x="4386288" y="2020681"/>
                  </a:cubicBezTo>
                  <a:cubicBezTo>
                    <a:pt x="4383057" y="2026961"/>
                    <a:pt x="4383254" y="2034569"/>
                    <a:pt x="4370528" y="2035717"/>
                  </a:cubicBezTo>
                  <a:cubicBezTo>
                    <a:pt x="4357738" y="2036898"/>
                    <a:pt x="4355064" y="2037029"/>
                    <a:pt x="4343011" y="2024993"/>
                  </a:cubicBezTo>
                  <a:cubicBezTo>
                    <a:pt x="4330925" y="2012941"/>
                    <a:pt x="4325432" y="2006169"/>
                    <a:pt x="4327514" y="2006497"/>
                  </a:cubicBezTo>
                  <a:cubicBezTo>
                    <a:pt x="4329679" y="2006825"/>
                    <a:pt x="4343520" y="2005186"/>
                    <a:pt x="4351506" y="2001217"/>
                  </a:cubicBezTo>
                  <a:cubicBezTo>
                    <a:pt x="4359459" y="1997249"/>
                    <a:pt x="4356819" y="1992953"/>
                    <a:pt x="4356819" y="1992953"/>
                  </a:cubicBezTo>
                  <a:cubicBezTo>
                    <a:pt x="4356819" y="1992953"/>
                    <a:pt x="4348144" y="1993937"/>
                    <a:pt x="4337846" y="1994429"/>
                  </a:cubicBezTo>
                  <a:cubicBezTo>
                    <a:pt x="4327514" y="1994937"/>
                    <a:pt x="4332172" y="1992133"/>
                    <a:pt x="4318544" y="1986673"/>
                  </a:cubicBezTo>
                  <a:cubicBezTo>
                    <a:pt x="4304884" y="1981229"/>
                    <a:pt x="4301834" y="1980737"/>
                    <a:pt x="4299571" y="1974638"/>
                  </a:cubicBezTo>
                  <a:cubicBezTo>
                    <a:pt x="4297226" y="1968538"/>
                    <a:pt x="4293897" y="1959929"/>
                    <a:pt x="4291913" y="1955289"/>
                  </a:cubicBezTo>
                  <a:cubicBezTo>
                    <a:pt x="4289978" y="1950681"/>
                    <a:pt x="4288354" y="1950337"/>
                    <a:pt x="4286091" y="1944582"/>
                  </a:cubicBezTo>
                  <a:cubicBezTo>
                    <a:pt x="4283779" y="1938810"/>
                    <a:pt x="4277220" y="1945549"/>
                    <a:pt x="4262493" y="1945893"/>
                  </a:cubicBezTo>
                  <a:cubicBezTo>
                    <a:pt x="4247767" y="1946221"/>
                    <a:pt x="4251129" y="1946894"/>
                    <a:pt x="4233402" y="1953830"/>
                  </a:cubicBezTo>
                  <a:cubicBezTo>
                    <a:pt x="4215675" y="1960749"/>
                    <a:pt x="4213002" y="1958290"/>
                    <a:pt x="4192914" y="1957634"/>
                  </a:cubicBezTo>
                  <a:cubicBezTo>
                    <a:pt x="4172907" y="1956978"/>
                    <a:pt x="4158919" y="1948386"/>
                    <a:pt x="4148768" y="1944910"/>
                  </a:cubicBezTo>
                  <a:cubicBezTo>
                    <a:pt x="4138650" y="1941450"/>
                    <a:pt x="4137076" y="1942926"/>
                    <a:pt x="4122202" y="1940777"/>
                  </a:cubicBezTo>
                  <a:cubicBezTo>
                    <a:pt x="4107263" y="1938646"/>
                    <a:pt x="4110477" y="1931054"/>
                    <a:pt x="4106738" y="1924757"/>
                  </a:cubicBezTo>
                  <a:cubicBezTo>
                    <a:pt x="4103032" y="1918494"/>
                    <a:pt x="4096800" y="1917002"/>
                    <a:pt x="4077286" y="1918494"/>
                  </a:cubicBezTo>
                  <a:cubicBezTo>
                    <a:pt x="4057788" y="1919953"/>
                    <a:pt x="4057066" y="1918986"/>
                    <a:pt x="4046112" y="1916018"/>
                  </a:cubicBezTo>
                  <a:cubicBezTo>
                    <a:pt x="4035124" y="1913033"/>
                    <a:pt x="4034174" y="1909065"/>
                    <a:pt x="4024974" y="1899817"/>
                  </a:cubicBezTo>
                  <a:cubicBezTo>
                    <a:pt x="4015741" y="1890569"/>
                    <a:pt x="4018791" y="1897833"/>
                    <a:pt x="4012773" y="1893045"/>
                  </a:cubicBezTo>
                  <a:cubicBezTo>
                    <a:pt x="4006722" y="1888241"/>
                    <a:pt x="4000687" y="1881649"/>
                    <a:pt x="3995915" y="1868777"/>
                  </a:cubicBezTo>
                  <a:cubicBezTo>
                    <a:pt x="3991078" y="1855906"/>
                    <a:pt x="3992176" y="1853085"/>
                    <a:pt x="3986650" y="1847133"/>
                  </a:cubicBezTo>
                  <a:cubicBezTo>
                    <a:pt x="3981123" y="1841181"/>
                    <a:pt x="3981550" y="1842690"/>
                    <a:pt x="3964298" y="1842690"/>
                  </a:cubicBezTo>
                  <a:cubicBezTo>
                    <a:pt x="3947112" y="1842690"/>
                    <a:pt x="3954918" y="1843837"/>
                    <a:pt x="3952803" y="1845001"/>
                  </a:cubicBezTo>
                  <a:cubicBezTo>
                    <a:pt x="3950671" y="1846166"/>
                    <a:pt x="3945325" y="1853758"/>
                    <a:pt x="3940569" y="1859693"/>
                  </a:cubicBezTo>
                  <a:cubicBezTo>
                    <a:pt x="3935814" y="1865646"/>
                    <a:pt x="3944456" y="1873910"/>
                    <a:pt x="3951376" y="1881994"/>
                  </a:cubicBezTo>
                  <a:cubicBezTo>
                    <a:pt x="3958297" y="1890077"/>
                    <a:pt x="3952262" y="1889257"/>
                    <a:pt x="3963282" y="1901490"/>
                  </a:cubicBezTo>
                  <a:cubicBezTo>
                    <a:pt x="3974269" y="1913722"/>
                    <a:pt x="3970530" y="1912558"/>
                    <a:pt x="3978336" y="1929562"/>
                  </a:cubicBezTo>
                  <a:cubicBezTo>
                    <a:pt x="3986142" y="1946566"/>
                    <a:pt x="3991078" y="1950878"/>
                    <a:pt x="3992882" y="1955994"/>
                  </a:cubicBezTo>
                  <a:cubicBezTo>
                    <a:pt x="3994636" y="1961110"/>
                    <a:pt x="3996259" y="1953994"/>
                    <a:pt x="3998014" y="1949386"/>
                  </a:cubicBezTo>
                  <a:cubicBezTo>
                    <a:pt x="3999802" y="1944746"/>
                    <a:pt x="3997326" y="1928234"/>
                    <a:pt x="3997326" y="1928234"/>
                  </a:cubicBezTo>
                  <a:cubicBezTo>
                    <a:pt x="3997326" y="1928234"/>
                    <a:pt x="4000703" y="1935170"/>
                    <a:pt x="4003705" y="1947402"/>
                  </a:cubicBezTo>
                  <a:cubicBezTo>
                    <a:pt x="4006738" y="1959618"/>
                    <a:pt x="4004590" y="1959782"/>
                    <a:pt x="4006738" y="1967554"/>
                  </a:cubicBezTo>
                  <a:cubicBezTo>
                    <a:pt x="4008903" y="1975326"/>
                    <a:pt x="4006738" y="1974310"/>
                    <a:pt x="4020038" y="1974310"/>
                  </a:cubicBezTo>
                  <a:cubicBezTo>
                    <a:pt x="4033337" y="1974310"/>
                    <a:pt x="4041504" y="1974818"/>
                    <a:pt x="4056230" y="1971342"/>
                  </a:cubicBezTo>
                  <a:cubicBezTo>
                    <a:pt x="4070956" y="1967882"/>
                    <a:pt x="4077302" y="1954502"/>
                    <a:pt x="4084223" y="1950550"/>
                  </a:cubicBezTo>
                  <a:cubicBezTo>
                    <a:pt x="4091192" y="1946582"/>
                    <a:pt x="4091192" y="1932694"/>
                    <a:pt x="4095767" y="1934186"/>
                  </a:cubicBezTo>
                  <a:cubicBezTo>
                    <a:pt x="4100342" y="1935662"/>
                    <a:pt x="4095948" y="1950550"/>
                    <a:pt x="4100195" y="1960274"/>
                  </a:cubicBezTo>
                  <a:cubicBezTo>
                    <a:pt x="4104475" y="1970014"/>
                    <a:pt x="4105508" y="1966537"/>
                    <a:pt x="4115839" y="1970850"/>
                  </a:cubicBezTo>
                  <a:cubicBezTo>
                    <a:pt x="4126056" y="1975129"/>
                    <a:pt x="4128926" y="1977622"/>
                    <a:pt x="4139355" y="1981574"/>
                  </a:cubicBezTo>
                  <a:cubicBezTo>
                    <a:pt x="4149834" y="1985542"/>
                    <a:pt x="4142733" y="1986034"/>
                    <a:pt x="4148440" y="1996446"/>
                  </a:cubicBezTo>
                  <a:cubicBezTo>
                    <a:pt x="4154081" y="2006842"/>
                    <a:pt x="4153753" y="2001070"/>
                    <a:pt x="4159247" y="2004694"/>
                  </a:cubicBezTo>
                  <a:cubicBezTo>
                    <a:pt x="4164773" y="2008334"/>
                    <a:pt x="4162625" y="2005677"/>
                    <a:pt x="4158738" y="2018074"/>
                  </a:cubicBezTo>
                  <a:cubicBezTo>
                    <a:pt x="4154852" y="2030470"/>
                    <a:pt x="4154081" y="2030618"/>
                    <a:pt x="4144898" y="2040702"/>
                  </a:cubicBezTo>
                  <a:cubicBezTo>
                    <a:pt x="4135665" y="2050770"/>
                    <a:pt x="4135665" y="2047638"/>
                    <a:pt x="4134272" y="2047310"/>
                  </a:cubicBezTo>
                  <a:cubicBezTo>
                    <a:pt x="4132878" y="2046982"/>
                    <a:pt x="4130024" y="2039882"/>
                    <a:pt x="4130024" y="2039882"/>
                  </a:cubicBezTo>
                  <a:cubicBezTo>
                    <a:pt x="4130024" y="2039882"/>
                    <a:pt x="4124120" y="2051950"/>
                    <a:pt x="4123284" y="2065986"/>
                  </a:cubicBezTo>
                  <a:cubicBezTo>
                    <a:pt x="4122399" y="2080022"/>
                    <a:pt x="4127859" y="2074890"/>
                    <a:pt x="4111018" y="2081678"/>
                  </a:cubicBezTo>
                  <a:cubicBezTo>
                    <a:pt x="4094209" y="2088434"/>
                    <a:pt x="4084009" y="2091271"/>
                    <a:pt x="4077532" y="2096862"/>
                  </a:cubicBezTo>
                  <a:cubicBezTo>
                    <a:pt x="4070972" y="2102486"/>
                    <a:pt x="4070972" y="2109914"/>
                    <a:pt x="4067233" y="2113555"/>
                  </a:cubicBezTo>
                  <a:cubicBezTo>
                    <a:pt x="4063494" y="2117178"/>
                    <a:pt x="4058329" y="2113882"/>
                    <a:pt x="4047014" y="2117834"/>
                  </a:cubicBezTo>
                  <a:cubicBezTo>
                    <a:pt x="4035649" y="2121802"/>
                    <a:pt x="4038847" y="2120983"/>
                    <a:pt x="4029238" y="2128263"/>
                  </a:cubicBezTo>
                  <a:cubicBezTo>
                    <a:pt x="4019710" y="2135510"/>
                    <a:pt x="4028171" y="2134854"/>
                    <a:pt x="4015938" y="2139479"/>
                  </a:cubicBezTo>
                  <a:cubicBezTo>
                    <a:pt x="4003705" y="2144102"/>
                    <a:pt x="3981583" y="2154826"/>
                    <a:pt x="3970399" y="2155990"/>
                  </a:cubicBezTo>
                  <a:cubicBezTo>
                    <a:pt x="3959182" y="2157138"/>
                    <a:pt x="3961494" y="2160123"/>
                    <a:pt x="3958674" y="2164238"/>
                  </a:cubicBezTo>
                  <a:cubicBezTo>
                    <a:pt x="3955853" y="2168370"/>
                    <a:pt x="3955640" y="2170518"/>
                    <a:pt x="3941455" y="2172666"/>
                  </a:cubicBezTo>
                  <a:cubicBezTo>
                    <a:pt x="3927319" y="2174814"/>
                    <a:pt x="3909576" y="2176799"/>
                    <a:pt x="3900835" y="2181095"/>
                  </a:cubicBezTo>
                  <a:cubicBezTo>
                    <a:pt x="3892111" y="2185374"/>
                    <a:pt x="3879402" y="2194950"/>
                    <a:pt x="3870170" y="2193146"/>
                  </a:cubicBezTo>
                  <a:cubicBezTo>
                    <a:pt x="3860937" y="2191326"/>
                    <a:pt x="3863430" y="2190982"/>
                    <a:pt x="3860396" y="2182718"/>
                  </a:cubicBezTo>
                  <a:cubicBezTo>
                    <a:pt x="3857428" y="2174470"/>
                    <a:pt x="3855821" y="2168518"/>
                    <a:pt x="3854394" y="2154974"/>
                  </a:cubicBezTo>
                  <a:cubicBezTo>
                    <a:pt x="3852967" y="2141430"/>
                    <a:pt x="3848163" y="2120802"/>
                    <a:pt x="3840357" y="2107750"/>
                  </a:cubicBezTo>
                  <a:cubicBezTo>
                    <a:pt x="3832584" y="2094698"/>
                    <a:pt x="3832698" y="2093861"/>
                    <a:pt x="3824237" y="2080153"/>
                  </a:cubicBezTo>
                  <a:cubicBezTo>
                    <a:pt x="3815742" y="2066462"/>
                    <a:pt x="3810019" y="2054902"/>
                    <a:pt x="3802590" y="2049605"/>
                  </a:cubicBezTo>
                  <a:cubicBezTo>
                    <a:pt x="3795145" y="2044326"/>
                    <a:pt x="3791456" y="2043998"/>
                    <a:pt x="3787864" y="2040030"/>
                  </a:cubicBezTo>
                  <a:cubicBezTo>
                    <a:pt x="3784355" y="2036061"/>
                    <a:pt x="3786470" y="2022517"/>
                    <a:pt x="3782764" y="2010957"/>
                  </a:cubicBezTo>
                  <a:cubicBezTo>
                    <a:pt x="3779025" y="1999414"/>
                    <a:pt x="3776533" y="1988182"/>
                    <a:pt x="3771006" y="1981738"/>
                  </a:cubicBezTo>
                  <a:cubicBezTo>
                    <a:pt x="3765546" y="1975294"/>
                    <a:pt x="3757018" y="1967866"/>
                    <a:pt x="3749393" y="1954158"/>
                  </a:cubicBezTo>
                  <a:cubicBezTo>
                    <a:pt x="3741767" y="1940433"/>
                    <a:pt x="3741259" y="1938941"/>
                    <a:pt x="3730272" y="1917821"/>
                  </a:cubicBezTo>
                  <a:cubicBezTo>
                    <a:pt x="3719252" y="1896669"/>
                    <a:pt x="3715365" y="1894029"/>
                    <a:pt x="3708101" y="1879829"/>
                  </a:cubicBezTo>
                  <a:cubicBezTo>
                    <a:pt x="3700770" y="1865613"/>
                    <a:pt x="3705575" y="1868433"/>
                    <a:pt x="3702935" y="1859989"/>
                  </a:cubicBezTo>
                  <a:cubicBezTo>
                    <a:pt x="3700262" y="1851577"/>
                    <a:pt x="3693342" y="1873713"/>
                    <a:pt x="3687881" y="1878009"/>
                  </a:cubicBezTo>
                  <a:cubicBezTo>
                    <a:pt x="3682355" y="1882289"/>
                    <a:pt x="3679567" y="1880141"/>
                    <a:pt x="3675090" y="1867597"/>
                  </a:cubicBezTo>
                  <a:cubicBezTo>
                    <a:pt x="3670662" y="1855053"/>
                    <a:pt x="3666924" y="1844001"/>
                    <a:pt x="3663545" y="1848937"/>
                  </a:cubicBezTo>
                  <a:cubicBezTo>
                    <a:pt x="3660167" y="1853889"/>
                    <a:pt x="3657494" y="1858841"/>
                    <a:pt x="3662086" y="1872237"/>
                  </a:cubicBezTo>
                  <a:cubicBezTo>
                    <a:pt x="3666743" y="1885585"/>
                    <a:pt x="3668859" y="1882781"/>
                    <a:pt x="3674910" y="1895505"/>
                  </a:cubicBezTo>
                  <a:cubicBezTo>
                    <a:pt x="3680961" y="1908229"/>
                    <a:pt x="3697409" y="1940105"/>
                    <a:pt x="3704149" y="1953305"/>
                  </a:cubicBezTo>
                  <a:cubicBezTo>
                    <a:pt x="3710888" y="1966521"/>
                    <a:pt x="3708216" y="1960077"/>
                    <a:pt x="3714447" y="1980065"/>
                  </a:cubicBezTo>
                  <a:cubicBezTo>
                    <a:pt x="3720678" y="2000053"/>
                    <a:pt x="3724188" y="2002529"/>
                    <a:pt x="3732502" y="2010777"/>
                  </a:cubicBezTo>
                  <a:cubicBezTo>
                    <a:pt x="3740898" y="2019041"/>
                    <a:pt x="3739455" y="2014761"/>
                    <a:pt x="3743161" y="2028289"/>
                  </a:cubicBezTo>
                  <a:cubicBezTo>
                    <a:pt x="3746900" y="2041850"/>
                    <a:pt x="3745506" y="2057706"/>
                    <a:pt x="3746015" y="2065953"/>
                  </a:cubicBezTo>
                  <a:cubicBezTo>
                    <a:pt x="3746523" y="2074218"/>
                    <a:pt x="3751180" y="2078497"/>
                    <a:pt x="3761069" y="2086762"/>
                  </a:cubicBezTo>
                  <a:cubicBezTo>
                    <a:pt x="3771039" y="2095026"/>
                    <a:pt x="3766054" y="2092041"/>
                    <a:pt x="3770662" y="2100797"/>
                  </a:cubicBezTo>
                  <a:cubicBezTo>
                    <a:pt x="3775319" y="2109554"/>
                    <a:pt x="3779894" y="2121950"/>
                    <a:pt x="3782568" y="2130526"/>
                  </a:cubicBezTo>
                  <a:cubicBezTo>
                    <a:pt x="3785208" y="2139118"/>
                    <a:pt x="3788389" y="2145070"/>
                    <a:pt x="3796195" y="2148874"/>
                  </a:cubicBezTo>
                  <a:cubicBezTo>
                    <a:pt x="3804033" y="2152678"/>
                    <a:pt x="3806116" y="2153154"/>
                    <a:pt x="3813922" y="2155974"/>
                  </a:cubicBezTo>
                  <a:cubicBezTo>
                    <a:pt x="3821760" y="2158778"/>
                    <a:pt x="3819055" y="2160762"/>
                    <a:pt x="3824368" y="2167534"/>
                  </a:cubicBezTo>
                  <a:cubicBezTo>
                    <a:pt x="3829714" y="2174306"/>
                    <a:pt x="3840012" y="2179422"/>
                    <a:pt x="3846424" y="2190179"/>
                  </a:cubicBezTo>
                  <a:cubicBezTo>
                    <a:pt x="3852770" y="2200902"/>
                    <a:pt x="3848507" y="2197754"/>
                    <a:pt x="3848146" y="2208166"/>
                  </a:cubicBezTo>
                  <a:cubicBezTo>
                    <a:pt x="3847818" y="2218562"/>
                    <a:pt x="3844440" y="2213774"/>
                    <a:pt x="3849064" y="2219218"/>
                  </a:cubicBezTo>
                  <a:cubicBezTo>
                    <a:pt x="3853672" y="2224678"/>
                    <a:pt x="3861675" y="2229138"/>
                    <a:pt x="3875073" y="2238042"/>
                  </a:cubicBezTo>
                  <a:cubicBezTo>
                    <a:pt x="3888585" y="2246962"/>
                    <a:pt x="3877811" y="2240682"/>
                    <a:pt x="3889832" y="2240354"/>
                  </a:cubicBezTo>
                  <a:cubicBezTo>
                    <a:pt x="3901917" y="2240026"/>
                    <a:pt x="3904410" y="2236878"/>
                    <a:pt x="3917349" y="2234074"/>
                  </a:cubicBezTo>
                  <a:cubicBezTo>
                    <a:pt x="3930238" y="2231270"/>
                    <a:pt x="3946949" y="2226482"/>
                    <a:pt x="3962888" y="2222678"/>
                  </a:cubicBezTo>
                  <a:cubicBezTo>
                    <a:pt x="3978893" y="2218874"/>
                    <a:pt x="3994472" y="2216398"/>
                    <a:pt x="4002672" y="2213758"/>
                  </a:cubicBezTo>
                  <a:cubicBezTo>
                    <a:pt x="4010805" y="2211118"/>
                    <a:pt x="4010985" y="2220054"/>
                    <a:pt x="4004754" y="2233910"/>
                  </a:cubicBezTo>
                  <a:cubicBezTo>
                    <a:pt x="3998523" y="2247782"/>
                    <a:pt x="3995554" y="2259325"/>
                    <a:pt x="3990208" y="2270574"/>
                  </a:cubicBezTo>
                  <a:cubicBezTo>
                    <a:pt x="3984895" y="2281806"/>
                    <a:pt x="3982927" y="2282806"/>
                    <a:pt x="3979041" y="2291890"/>
                  </a:cubicBezTo>
                  <a:cubicBezTo>
                    <a:pt x="3975154" y="2300958"/>
                    <a:pt x="3948851" y="2338114"/>
                    <a:pt x="3943439" y="2349854"/>
                  </a:cubicBezTo>
                  <a:cubicBezTo>
                    <a:pt x="3937913" y="2361578"/>
                    <a:pt x="3931386" y="2370990"/>
                    <a:pt x="3923367" y="2380746"/>
                  </a:cubicBezTo>
                  <a:cubicBezTo>
                    <a:pt x="3915381" y="2390470"/>
                    <a:pt x="3890389" y="2408146"/>
                    <a:pt x="3878713" y="2417558"/>
                  </a:cubicBezTo>
                  <a:cubicBezTo>
                    <a:pt x="3867021" y="2426970"/>
                    <a:pt x="3869989" y="2426970"/>
                    <a:pt x="3861314" y="2438038"/>
                  </a:cubicBezTo>
                  <a:cubicBezTo>
                    <a:pt x="3852590" y="2449106"/>
                    <a:pt x="3826221" y="2479818"/>
                    <a:pt x="3819071" y="2490706"/>
                  </a:cubicBezTo>
                  <a:cubicBezTo>
                    <a:pt x="3812003" y="2501610"/>
                    <a:pt x="3807936" y="2505595"/>
                    <a:pt x="3802590" y="2516318"/>
                  </a:cubicBezTo>
                  <a:cubicBezTo>
                    <a:pt x="3797310" y="2527059"/>
                    <a:pt x="3782256" y="2542242"/>
                    <a:pt x="3781305" y="2550015"/>
                  </a:cubicBezTo>
                  <a:cubicBezTo>
                    <a:pt x="3780419" y="2557770"/>
                    <a:pt x="3771957" y="2558771"/>
                    <a:pt x="3778304" y="2565559"/>
                  </a:cubicBezTo>
                  <a:cubicBezTo>
                    <a:pt x="3784716" y="2572315"/>
                    <a:pt x="3788045" y="2573462"/>
                    <a:pt x="3790389" y="2582055"/>
                  </a:cubicBezTo>
                  <a:cubicBezTo>
                    <a:pt x="3792653" y="2590630"/>
                    <a:pt x="3783289" y="2600370"/>
                    <a:pt x="3789291" y="2616062"/>
                  </a:cubicBezTo>
                  <a:cubicBezTo>
                    <a:pt x="3795342" y="2631755"/>
                    <a:pt x="3791078" y="2620523"/>
                    <a:pt x="3800180" y="2633066"/>
                  </a:cubicBezTo>
                  <a:cubicBezTo>
                    <a:pt x="3809199" y="2645610"/>
                    <a:pt x="3808822" y="2653546"/>
                    <a:pt x="3809707" y="2671895"/>
                  </a:cubicBezTo>
                  <a:cubicBezTo>
                    <a:pt x="3810593" y="2690227"/>
                    <a:pt x="3811495" y="2708395"/>
                    <a:pt x="3808641" y="2720266"/>
                  </a:cubicBezTo>
                  <a:cubicBezTo>
                    <a:pt x="3805821" y="2732154"/>
                    <a:pt x="3801901" y="2739927"/>
                    <a:pt x="3797835" y="2750683"/>
                  </a:cubicBezTo>
                  <a:cubicBezTo>
                    <a:pt x="3793768" y="2761407"/>
                    <a:pt x="3771384" y="2768671"/>
                    <a:pt x="3758265" y="2774443"/>
                  </a:cubicBezTo>
                  <a:cubicBezTo>
                    <a:pt x="3745146" y="2780247"/>
                    <a:pt x="3745703" y="2777919"/>
                    <a:pt x="3739619" y="2785183"/>
                  </a:cubicBezTo>
                  <a:cubicBezTo>
                    <a:pt x="3733650" y="2792447"/>
                    <a:pt x="3716251" y="2807631"/>
                    <a:pt x="3710380" y="2818863"/>
                  </a:cubicBezTo>
                  <a:cubicBezTo>
                    <a:pt x="3704477" y="2830111"/>
                    <a:pt x="3700082" y="2828963"/>
                    <a:pt x="3702427" y="2836063"/>
                  </a:cubicBezTo>
                  <a:cubicBezTo>
                    <a:pt x="3704739" y="2843163"/>
                    <a:pt x="3709642" y="2852411"/>
                    <a:pt x="3715726" y="2865627"/>
                  </a:cubicBezTo>
                  <a:cubicBezTo>
                    <a:pt x="3721695" y="2878827"/>
                    <a:pt x="3717481" y="2877843"/>
                    <a:pt x="3716054" y="2889239"/>
                  </a:cubicBezTo>
                  <a:cubicBezTo>
                    <a:pt x="3714627" y="2900635"/>
                    <a:pt x="3714808" y="2898832"/>
                    <a:pt x="3713234" y="2912687"/>
                  </a:cubicBezTo>
                  <a:cubicBezTo>
                    <a:pt x="3711594" y="2926576"/>
                    <a:pt x="3695326" y="2926887"/>
                    <a:pt x="3676714" y="2934168"/>
                  </a:cubicBezTo>
                  <a:cubicBezTo>
                    <a:pt x="3658068" y="2941432"/>
                    <a:pt x="3664808" y="2937808"/>
                    <a:pt x="3662676" y="2947859"/>
                  </a:cubicBezTo>
                  <a:cubicBezTo>
                    <a:pt x="3660561" y="2957960"/>
                    <a:pt x="3661840" y="2977784"/>
                    <a:pt x="3661069" y="2989656"/>
                  </a:cubicBezTo>
                  <a:cubicBezTo>
                    <a:pt x="3660380" y="3001544"/>
                    <a:pt x="3654723" y="2996756"/>
                    <a:pt x="3644539" y="3011464"/>
                  </a:cubicBezTo>
                  <a:cubicBezTo>
                    <a:pt x="3634470" y="3026156"/>
                    <a:pt x="3630404" y="3033092"/>
                    <a:pt x="3619597" y="3050768"/>
                  </a:cubicBezTo>
                  <a:cubicBezTo>
                    <a:pt x="3608708" y="3068428"/>
                    <a:pt x="3609675" y="3065968"/>
                    <a:pt x="3595966" y="3077020"/>
                  </a:cubicBezTo>
                  <a:cubicBezTo>
                    <a:pt x="3582339" y="3088072"/>
                    <a:pt x="3571499" y="3090892"/>
                    <a:pt x="3565481" y="3103616"/>
                  </a:cubicBezTo>
                  <a:cubicBezTo>
                    <a:pt x="3559479" y="3116340"/>
                    <a:pt x="3552542" y="3107896"/>
                    <a:pt x="3523238" y="3117324"/>
                  </a:cubicBezTo>
                  <a:cubicBezTo>
                    <a:pt x="3493998" y="3126736"/>
                    <a:pt x="3515284" y="3122128"/>
                    <a:pt x="3487439" y="3125244"/>
                  </a:cubicBezTo>
                  <a:cubicBezTo>
                    <a:pt x="3459627" y="3128392"/>
                    <a:pt x="3449673" y="3130540"/>
                    <a:pt x="3434898" y="3133196"/>
                  </a:cubicBezTo>
                  <a:cubicBezTo>
                    <a:pt x="3420171" y="3135836"/>
                    <a:pt x="3422139" y="3132377"/>
                    <a:pt x="3413104" y="3122456"/>
                  </a:cubicBezTo>
                  <a:cubicBezTo>
                    <a:pt x="3404101" y="3112536"/>
                    <a:pt x="3402625" y="3113356"/>
                    <a:pt x="3398591" y="3105124"/>
                  </a:cubicBezTo>
                  <a:cubicBezTo>
                    <a:pt x="3394491" y="3096860"/>
                    <a:pt x="3397525" y="3094876"/>
                    <a:pt x="3396246" y="3080004"/>
                  </a:cubicBezTo>
                  <a:cubicBezTo>
                    <a:pt x="3394999" y="3065148"/>
                    <a:pt x="3393786" y="3064640"/>
                    <a:pt x="3388292" y="3055392"/>
                  </a:cubicBezTo>
                  <a:cubicBezTo>
                    <a:pt x="3382799" y="3046144"/>
                    <a:pt x="3383127" y="3044668"/>
                    <a:pt x="3377124" y="3029960"/>
                  </a:cubicBezTo>
                  <a:cubicBezTo>
                    <a:pt x="3371073" y="3015268"/>
                    <a:pt x="3368433" y="3011136"/>
                    <a:pt x="3361628" y="3001232"/>
                  </a:cubicBezTo>
                  <a:cubicBezTo>
                    <a:pt x="3354954" y="2991312"/>
                    <a:pt x="3352986" y="2994460"/>
                    <a:pt x="3346754" y="2988016"/>
                  </a:cubicBezTo>
                  <a:cubicBezTo>
                    <a:pt x="3340572" y="2981555"/>
                    <a:pt x="3340408" y="2975948"/>
                    <a:pt x="3338948" y="2966880"/>
                  </a:cubicBezTo>
                  <a:cubicBezTo>
                    <a:pt x="3337554" y="2957779"/>
                    <a:pt x="3335390" y="2936316"/>
                    <a:pt x="3332389" y="2913687"/>
                  </a:cubicBezTo>
                  <a:cubicBezTo>
                    <a:pt x="3329421" y="2891059"/>
                    <a:pt x="3332061" y="2903111"/>
                    <a:pt x="3328470" y="2893535"/>
                  </a:cubicBezTo>
                  <a:cubicBezTo>
                    <a:pt x="3324960" y="2883959"/>
                    <a:pt x="3320713" y="2872383"/>
                    <a:pt x="3314662" y="2859692"/>
                  </a:cubicBezTo>
                  <a:cubicBezTo>
                    <a:pt x="3308660" y="2846967"/>
                    <a:pt x="3310743" y="2850263"/>
                    <a:pt x="3301543" y="2834571"/>
                  </a:cubicBezTo>
                  <a:cubicBezTo>
                    <a:pt x="3292310" y="2818879"/>
                    <a:pt x="3293196" y="2821043"/>
                    <a:pt x="3287358" y="2807335"/>
                  </a:cubicBezTo>
                  <a:cubicBezTo>
                    <a:pt x="3281503" y="2793611"/>
                    <a:pt x="3280618" y="2799727"/>
                    <a:pt x="3280290" y="2794447"/>
                  </a:cubicBezTo>
                  <a:cubicBezTo>
                    <a:pt x="3279929" y="2789167"/>
                    <a:pt x="3283291" y="2779592"/>
                    <a:pt x="3283668" y="2770343"/>
                  </a:cubicBezTo>
                  <a:cubicBezTo>
                    <a:pt x="3283996" y="2761095"/>
                    <a:pt x="3287030" y="2750372"/>
                    <a:pt x="3289277" y="2736155"/>
                  </a:cubicBezTo>
                  <a:cubicBezTo>
                    <a:pt x="3291622" y="2721955"/>
                    <a:pt x="3286128" y="2722119"/>
                    <a:pt x="3292130" y="2712379"/>
                  </a:cubicBezTo>
                  <a:cubicBezTo>
                    <a:pt x="3298181" y="2702639"/>
                    <a:pt x="3304363" y="2693720"/>
                    <a:pt x="3308316" y="2682668"/>
                  </a:cubicBezTo>
                  <a:cubicBezTo>
                    <a:pt x="3312202" y="2671600"/>
                    <a:pt x="3311612" y="2671108"/>
                    <a:pt x="3311612" y="2657055"/>
                  </a:cubicBezTo>
                  <a:cubicBezTo>
                    <a:pt x="3311612" y="2643019"/>
                    <a:pt x="3310218" y="2644184"/>
                    <a:pt x="3305970" y="2632459"/>
                  </a:cubicBezTo>
                  <a:cubicBezTo>
                    <a:pt x="3301723" y="2620736"/>
                    <a:pt x="3300116" y="2607027"/>
                    <a:pt x="3294983" y="2588187"/>
                  </a:cubicBezTo>
                  <a:cubicBezTo>
                    <a:pt x="3289818" y="2569380"/>
                    <a:pt x="3289998" y="2570036"/>
                    <a:pt x="3289277" y="2562755"/>
                  </a:cubicBezTo>
                  <a:cubicBezTo>
                    <a:pt x="3288621" y="2555491"/>
                    <a:pt x="3285062" y="2539143"/>
                    <a:pt x="3281503" y="2529239"/>
                  </a:cubicBezTo>
                  <a:cubicBezTo>
                    <a:pt x="3277945" y="2519335"/>
                    <a:pt x="3276158" y="2523287"/>
                    <a:pt x="3268384" y="2516859"/>
                  </a:cubicBezTo>
                  <a:cubicBezTo>
                    <a:pt x="3260579" y="2510415"/>
                    <a:pt x="3265744" y="2513203"/>
                    <a:pt x="3259004" y="2506103"/>
                  </a:cubicBezTo>
                  <a:cubicBezTo>
                    <a:pt x="3252265" y="2499003"/>
                    <a:pt x="3253478" y="2496707"/>
                    <a:pt x="3246919" y="2488935"/>
                  </a:cubicBezTo>
                  <a:cubicBezTo>
                    <a:pt x="3240326" y="2481179"/>
                    <a:pt x="3239490" y="2480851"/>
                    <a:pt x="3234095" y="2472079"/>
                  </a:cubicBezTo>
                  <a:cubicBezTo>
                    <a:pt x="3228814" y="2463339"/>
                    <a:pt x="3231684" y="2468635"/>
                    <a:pt x="3232373" y="2453911"/>
                  </a:cubicBezTo>
                  <a:cubicBezTo>
                    <a:pt x="3233062" y="2439219"/>
                    <a:pt x="3237358" y="2411130"/>
                    <a:pt x="3239998" y="2394963"/>
                  </a:cubicBezTo>
                  <a:cubicBezTo>
                    <a:pt x="3242671" y="2378779"/>
                    <a:pt x="3243229" y="2379599"/>
                    <a:pt x="3237030" y="2372843"/>
                  </a:cubicBezTo>
                  <a:cubicBezTo>
                    <a:pt x="3230799" y="2366055"/>
                    <a:pt x="3226338" y="2356315"/>
                    <a:pt x="3221566" y="2354659"/>
                  </a:cubicBezTo>
                  <a:cubicBezTo>
                    <a:pt x="3216761" y="2353003"/>
                    <a:pt x="3205266" y="2356315"/>
                    <a:pt x="3188408" y="2355987"/>
                  </a:cubicBezTo>
                  <a:cubicBezTo>
                    <a:pt x="3171517" y="2355642"/>
                    <a:pt x="3172255" y="2351871"/>
                    <a:pt x="3164990" y="2343427"/>
                  </a:cubicBezTo>
                  <a:cubicBezTo>
                    <a:pt x="3157693" y="2335015"/>
                    <a:pt x="3148100" y="2323291"/>
                    <a:pt x="3144738" y="2320159"/>
                  </a:cubicBezTo>
                  <a:cubicBezTo>
                    <a:pt x="3141360" y="2317027"/>
                    <a:pt x="3135538" y="2317175"/>
                    <a:pt x="3106824" y="2319306"/>
                  </a:cubicBezTo>
                  <a:cubicBezTo>
                    <a:pt x="3078110" y="2321471"/>
                    <a:pt x="3095427" y="2321963"/>
                    <a:pt x="3076273" y="2324947"/>
                  </a:cubicBezTo>
                  <a:cubicBezTo>
                    <a:pt x="3057185" y="2327915"/>
                    <a:pt x="3049707" y="2337983"/>
                    <a:pt x="3034948" y="2343115"/>
                  </a:cubicBezTo>
                  <a:cubicBezTo>
                    <a:pt x="3020255" y="2348231"/>
                    <a:pt x="3016008" y="2346919"/>
                    <a:pt x="2990114" y="2341787"/>
                  </a:cubicBezTo>
                  <a:cubicBezTo>
                    <a:pt x="2964220" y="2336671"/>
                    <a:pt x="2951282" y="2347739"/>
                    <a:pt x="2938130" y="2353347"/>
                  </a:cubicBezTo>
                  <a:cubicBezTo>
                    <a:pt x="2925011" y="2358955"/>
                    <a:pt x="2918599" y="2356298"/>
                    <a:pt x="2909071" y="2349707"/>
                  </a:cubicBezTo>
                  <a:cubicBezTo>
                    <a:pt x="2899478" y="2343115"/>
                    <a:pt x="2893837" y="2337671"/>
                    <a:pt x="2879062" y="2330407"/>
                  </a:cubicBezTo>
                  <a:cubicBezTo>
                    <a:pt x="2864368" y="2323127"/>
                    <a:pt x="2867697" y="2319159"/>
                    <a:pt x="2853201" y="2312059"/>
                  </a:cubicBezTo>
                  <a:cubicBezTo>
                    <a:pt x="2838622" y="2304975"/>
                    <a:pt x="2843427" y="2304631"/>
                    <a:pt x="2831374" y="2293235"/>
                  </a:cubicBezTo>
                  <a:cubicBezTo>
                    <a:pt x="2819288" y="2281839"/>
                    <a:pt x="2818435" y="2270279"/>
                    <a:pt x="2810089" y="2258391"/>
                  </a:cubicBezTo>
                  <a:cubicBezTo>
                    <a:pt x="2801742" y="2246487"/>
                    <a:pt x="2794625" y="2229827"/>
                    <a:pt x="2783457" y="2217267"/>
                  </a:cubicBezTo>
                  <a:cubicBezTo>
                    <a:pt x="2772322" y="2204723"/>
                    <a:pt x="2761335" y="2179438"/>
                    <a:pt x="2755792" y="2171863"/>
                  </a:cubicBezTo>
                  <a:cubicBezTo>
                    <a:pt x="2750299" y="2164255"/>
                    <a:pt x="2746084" y="2163599"/>
                    <a:pt x="2746232" y="2159959"/>
                  </a:cubicBezTo>
                  <a:cubicBezTo>
                    <a:pt x="2746412" y="2156318"/>
                    <a:pt x="2757071" y="2135018"/>
                    <a:pt x="2761515" y="2123950"/>
                  </a:cubicBezTo>
                  <a:cubicBezTo>
                    <a:pt x="2765976" y="2112899"/>
                    <a:pt x="2767189" y="2114374"/>
                    <a:pt x="2769092" y="2107438"/>
                  </a:cubicBezTo>
                  <a:cubicBezTo>
                    <a:pt x="2771076" y="2100502"/>
                    <a:pt x="2766484" y="2080514"/>
                    <a:pt x="2762204" y="2069626"/>
                  </a:cubicBezTo>
                  <a:cubicBezTo>
                    <a:pt x="2757924" y="2058722"/>
                    <a:pt x="2753152" y="2035766"/>
                    <a:pt x="2749823" y="2025043"/>
                  </a:cubicBezTo>
                  <a:cubicBezTo>
                    <a:pt x="2746412" y="2014302"/>
                    <a:pt x="2751545" y="2014138"/>
                    <a:pt x="2755678" y="2008039"/>
                  </a:cubicBezTo>
                  <a:cubicBezTo>
                    <a:pt x="2759744" y="2001923"/>
                    <a:pt x="2769452" y="1989215"/>
                    <a:pt x="2779571" y="1970391"/>
                  </a:cubicBezTo>
                  <a:cubicBezTo>
                    <a:pt x="2789689" y="1951550"/>
                    <a:pt x="2795395" y="1942302"/>
                    <a:pt x="2800676" y="1933546"/>
                  </a:cubicBezTo>
                  <a:cubicBezTo>
                    <a:pt x="2806022" y="1924807"/>
                    <a:pt x="2818222" y="1897882"/>
                    <a:pt x="2826291" y="1890619"/>
                  </a:cubicBezTo>
                  <a:cubicBezTo>
                    <a:pt x="2834244" y="1883355"/>
                    <a:pt x="2854611" y="1868827"/>
                    <a:pt x="2863286" y="1864350"/>
                  </a:cubicBezTo>
                  <a:cubicBezTo>
                    <a:pt x="2871977" y="1859907"/>
                    <a:pt x="2879078" y="1857431"/>
                    <a:pt x="2880505" y="1853462"/>
                  </a:cubicBezTo>
                  <a:cubicBezTo>
                    <a:pt x="2881899" y="1849494"/>
                    <a:pt x="2885638" y="1816798"/>
                    <a:pt x="2888130" y="1803090"/>
                  </a:cubicBezTo>
                  <a:cubicBezTo>
                    <a:pt x="2890656" y="1789366"/>
                    <a:pt x="2887278" y="1781791"/>
                    <a:pt x="2897215" y="1776494"/>
                  </a:cubicBezTo>
                  <a:cubicBezTo>
                    <a:pt x="2907104" y="1771198"/>
                    <a:pt x="2923076" y="1761310"/>
                    <a:pt x="2931439" y="1756670"/>
                  </a:cubicBezTo>
                  <a:cubicBezTo>
                    <a:pt x="2939721" y="1752046"/>
                    <a:pt x="2941000" y="1745110"/>
                    <a:pt x="2945247" y="1735026"/>
                  </a:cubicBezTo>
                  <a:cubicBezTo>
                    <a:pt x="2949494" y="1724958"/>
                    <a:pt x="2951298" y="1712250"/>
                    <a:pt x="2957710" y="1708101"/>
                  </a:cubicBezTo>
                  <a:cubicBezTo>
                    <a:pt x="2964040" y="1703986"/>
                    <a:pt x="2962285" y="1709922"/>
                    <a:pt x="2970600" y="1715546"/>
                  </a:cubicBezTo>
                  <a:cubicBezTo>
                    <a:pt x="2978914" y="1721154"/>
                    <a:pt x="2980373" y="1721498"/>
                    <a:pt x="2984260" y="1722482"/>
                  </a:cubicBezTo>
                  <a:cubicBezTo>
                    <a:pt x="2988179" y="1723482"/>
                    <a:pt x="2991705" y="1719334"/>
                    <a:pt x="3001479" y="1719170"/>
                  </a:cubicBezTo>
                  <a:cubicBezTo>
                    <a:pt x="3011219" y="1719022"/>
                    <a:pt x="3012285" y="1720350"/>
                    <a:pt x="3018156" y="1723482"/>
                  </a:cubicBezTo>
                  <a:cubicBezTo>
                    <a:pt x="3023978" y="1726598"/>
                    <a:pt x="3020796" y="1726614"/>
                    <a:pt x="3037507" y="1716382"/>
                  </a:cubicBezTo>
                  <a:cubicBezTo>
                    <a:pt x="3054168" y="1706134"/>
                    <a:pt x="3067467" y="1699854"/>
                    <a:pt x="3089310" y="1691770"/>
                  </a:cubicBezTo>
                  <a:cubicBezTo>
                    <a:pt x="3111104" y="1683670"/>
                    <a:pt x="3125978" y="1679210"/>
                    <a:pt x="3136096" y="1678062"/>
                  </a:cubicBezTo>
                  <a:cubicBezTo>
                    <a:pt x="3146214" y="1676914"/>
                    <a:pt x="3141048" y="1678226"/>
                    <a:pt x="3152429" y="1682702"/>
                  </a:cubicBezTo>
                  <a:cubicBezTo>
                    <a:pt x="3163793" y="1687146"/>
                    <a:pt x="3164302" y="1689146"/>
                    <a:pt x="3166565" y="1685818"/>
                  </a:cubicBezTo>
                  <a:cubicBezTo>
                    <a:pt x="3168910" y="1682506"/>
                    <a:pt x="3176355" y="1673257"/>
                    <a:pt x="3181143" y="1673602"/>
                  </a:cubicBezTo>
                  <a:cubicBezTo>
                    <a:pt x="3185948" y="1673930"/>
                    <a:pt x="3191442" y="1675914"/>
                    <a:pt x="3203675" y="1678062"/>
                  </a:cubicBezTo>
                  <a:cubicBezTo>
                    <a:pt x="3215941" y="1680210"/>
                    <a:pt x="3221041" y="1679046"/>
                    <a:pt x="3226027" y="1676422"/>
                  </a:cubicBezTo>
                  <a:cubicBezTo>
                    <a:pt x="3230979" y="1673782"/>
                    <a:pt x="3237391" y="1668486"/>
                    <a:pt x="3238588" y="1668486"/>
                  </a:cubicBezTo>
                  <a:cubicBezTo>
                    <a:pt x="3239834" y="1668486"/>
                    <a:pt x="3250313" y="1672126"/>
                    <a:pt x="3258840" y="1675258"/>
                  </a:cubicBezTo>
                  <a:cubicBezTo>
                    <a:pt x="3267335" y="1678406"/>
                    <a:pt x="3267483" y="1678898"/>
                    <a:pt x="3265761" y="1681030"/>
                  </a:cubicBezTo>
                  <a:cubicBezTo>
                    <a:pt x="3263973" y="1683178"/>
                    <a:pt x="3261481" y="1685490"/>
                    <a:pt x="3257414" y="1694738"/>
                  </a:cubicBezTo>
                  <a:cubicBezTo>
                    <a:pt x="3253314" y="1704002"/>
                    <a:pt x="3255282" y="1699034"/>
                    <a:pt x="3259168" y="1708790"/>
                  </a:cubicBezTo>
                  <a:cubicBezTo>
                    <a:pt x="3263055" y="1718514"/>
                    <a:pt x="3265876" y="1718038"/>
                    <a:pt x="3264121" y="1725138"/>
                  </a:cubicBezTo>
                  <a:cubicBezTo>
                    <a:pt x="3262333" y="1732238"/>
                    <a:pt x="3254380" y="1738830"/>
                    <a:pt x="3248542" y="1745782"/>
                  </a:cubicBezTo>
                  <a:cubicBezTo>
                    <a:pt x="3242688" y="1752718"/>
                    <a:pt x="3244065" y="1753866"/>
                    <a:pt x="3258431" y="1761966"/>
                  </a:cubicBezTo>
                  <a:cubicBezTo>
                    <a:pt x="3272861" y="1770050"/>
                    <a:pt x="3269450" y="1768722"/>
                    <a:pt x="3285571" y="1775986"/>
                  </a:cubicBezTo>
                  <a:cubicBezTo>
                    <a:pt x="3301723" y="1783250"/>
                    <a:pt x="3302428" y="1780626"/>
                    <a:pt x="3321221" y="1786234"/>
                  </a:cubicBezTo>
                  <a:cubicBezTo>
                    <a:pt x="3340047" y="1791842"/>
                    <a:pt x="3337751" y="1792498"/>
                    <a:pt x="3344311" y="1800106"/>
                  </a:cubicBezTo>
                  <a:cubicBezTo>
                    <a:pt x="3350870" y="1807682"/>
                    <a:pt x="3351231" y="1814962"/>
                    <a:pt x="3362546" y="1818930"/>
                  </a:cubicBezTo>
                  <a:cubicBezTo>
                    <a:pt x="3373910" y="1822898"/>
                    <a:pt x="3385996" y="1822898"/>
                    <a:pt x="3392507" y="1827014"/>
                  </a:cubicBezTo>
                  <a:cubicBezTo>
                    <a:pt x="3399099" y="1831146"/>
                    <a:pt x="3404412" y="1837098"/>
                    <a:pt x="3413284" y="1838754"/>
                  </a:cubicBezTo>
                  <a:cubicBezTo>
                    <a:pt x="3422156" y="1840410"/>
                    <a:pt x="3422156" y="1841558"/>
                    <a:pt x="3426403" y="1835130"/>
                  </a:cubicBezTo>
                  <a:cubicBezTo>
                    <a:pt x="3430683" y="1828703"/>
                    <a:pt x="3434209" y="1822898"/>
                    <a:pt x="3432634" y="1819602"/>
                  </a:cubicBezTo>
                  <a:cubicBezTo>
                    <a:pt x="3431027" y="1816290"/>
                    <a:pt x="3426223" y="1811191"/>
                    <a:pt x="3427288" y="1808042"/>
                  </a:cubicBezTo>
                  <a:cubicBezTo>
                    <a:pt x="3428355" y="1804910"/>
                    <a:pt x="3435832" y="1792367"/>
                    <a:pt x="3438095" y="1788579"/>
                  </a:cubicBezTo>
                  <a:cubicBezTo>
                    <a:pt x="3440440" y="1784775"/>
                    <a:pt x="3446295" y="1783774"/>
                    <a:pt x="3460332" y="1783135"/>
                  </a:cubicBezTo>
                  <a:cubicBezTo>
                    <a:pt x="3474287" y="1782463"/>
                    <a:pt x="3484045" y="1780479"/>
                    <a:pt x="3486373" y="1788743"/>
                  </a:cubicBezTo>
                  <a:cubicBezTo>
                    <a:pt x="3488685" y="1796991"/>
                    <a:pt x="3488128" y="1793186"/>
                    <a:pt x="3498934" y="1797646"/>
                  </a:cubicBezTo>
                  <a:cubicBezTo>
                    <a:pt x="3509741" y="1802090"/>
                    <a:pt x="3510840" y="1802090"/>
                    <a:pt x="3519859" y="1805583"/>
                  </a:cubicBezTo>
                  <a:cubicBezTo>
                    <a:pt x="3528944" y="1809043"/>
                    <a:pt x="3524336" y="1813995"/>
                    <a:pt x="3528944" y="1813667"/>
                  </a:cubicBezTo>
                  <a:cubicBezTo>
                    <a:pt x="3533520" y="1813322"/>
                    <a:pt x="3540998" y="1812683"/>
                    <a:pt x="3549492" y="1815159"/>
                  </a:cubicBezTo>
                  <a:cubicBezTo>
                    <a:pt x="3557986" y="1817635"/>
                    <a:pt x="3573631" y="1825063"/>
                    <a:pt x="3590079" y="1825718"/>
                  </a:cubicBezTo>
                  <a:cubicBezTo>
                    <a:pt x="3606609" y="1826374"/>
                    <a:pt x="3612939" y="1821439"/>
                    <a:pt x="3615464" y="1820275"/>
                  </a:cubicBezTo>
                  <a:cubicBezTo>
                    <a:pt x="3617957" y="1819127"/>
                    <a:pt x="3629649" y="1804763"/>
                    <a:pt x="3636569" y="1814667"/>
                  </a:cubicBezTo>
                  <a:cubicBezTo>
                    <a:pt x="3643490" y="1824571"/>
                    <a:pt x="3652542" y="1824735"/>
                    <a:pt x="3669908" y="1823734"/>
                  </a:cubicBezTo>
                  <a:cubicBezTo>
                    <a:pt x="3687307" y="1822751"/>
                    <a:pt x="3687487" y="1820111"/>
                    <a:pt x="3691374" y="1815634"/>
                  </a:cubicBezTo>
                  <a:cubicBezTo>
                    <a:pt x="3695293" y="1811191"/>
                    <a:pt x="3705739" y="1794334"/>
                    <a:pt x="3709150" y="1782791"/>
                  </a:cubicBezTo>
                  <a:cubicBezTo>
                    <a:pt x="3712479" y="1771214"/>
                    <a:pt x="3721679" y="1745963"/>
                    <a:pt x="3724171" y="1734550"/>
                  </a:cubicBezTo>
                  <a:cubicBezTo>
                    <a:pt x="3726697" y="1723171"/>
                    <a:pt x="3724024" y="1714250"/>
                    <a:pt x="3723138" y="1707495"/>
                  </a:cubicBezTo>
                  <a:cubicBezTo>
                    <a:pt x="3722253" y="1700706"/>
                    <a:pt x="3723844" y="1696082"/>
                    <a:pt x="3726516" y="1688491"/>
                  </a:cubicBezTo>
                  <a:cubicBezTo>
                    <a:pt x="3729190" y="1680882"/>
                    <a:pt x="3718170" y="1685506"/>
                    <a:pt x="3713725" y="1687015"/>
                  </a:cubicBezTo>
                  <a:cubicBezTo>
                    <a:pt x="3709298" y="1688491"/>
                    <a:pt x="3708084" y="1684703"/>
                    <a:pt x="3703985" y="1683539"/>
                  </a:cubicBezTo>
                  <a:cubicBezTo>
                    <a:pt x="3699885" y="1682391"/>
                    <a:pt x="3695638" y="1681391"/>
                    <a:pt x="3692620" y="1688983"/>
                  </a:cubicBezTo>
                  <a:cubicBezTo>
                    <a:pt x="3689586" y="1696591"/>
                    <a:pt x="3690964" y="1700378"/>
                    <a:pt x="3674713" y="1699542"/>
                  </a:cubicBezTo>
                  <a:cubicBezTo>
                    <a:pt x="3658379" y="1698722"/>
                    <a:pt x="3661413" y="1697722"/>
                    <a:pt x="3656100" y="1691950"/>
                  </a:cubicBezTo>
                  <a:cubicBezTo>
                    <a:pt x="3650754" y="1686178"/>
                    <a:pt x="3641735" y="1684686"/>
                    <a:pt x="3634454" y="1682538"/>
                  </a:cubicBezTo>
                  <a:cubicBezTo>
                    <a:pt x="3627205" y="1680390"/>
                    <a:pt x="3626500" y="1680718"/>
                    <a:pt x="3625927" y="1685342"/>
                  </a:cubicBezTo>
                  <a:cubicBezTo>
                    <a:pt x="3625418" y="1689950"/>
                    <a:pt x="3625221" y="1693114"/>
                    <a:pt x="3619957" y="1694935"/>
                  </a:cubicBezTo>
                  <a:cubicBezTo>
                    <a:pt x="3614611" y="1696755"/>
                    <a:pt x="3602558" y="1694590"/>
                    <a:pt x="3592440" y="1689819"/>
                  </a:cubicBezTo>
                  <a:cubicBezTo>
                    <a:pt x="3582322" y="1685014"/>
                    <a:pt x="3579288" y="1682719"/>
                    <a:pt x="3569367" y="1672962"/>
                  </a:cubicBezTo>
                  <a:cubicBezTo>
                    <a:pt x="3559397" y="1663222"/>
                    <a:pt x="3560873" y="1663222"/>
                    <a:pt x="3556806" y="1648186"/>
                  </a:cubicBezTo>
                  <a:cubicBezTo>
                    <a:pt x="3552739" y="1633150"/>
                    <a:pt x="3552739" y="1620278"/>
                    <a:pt x="3554494" y="1615818"/>
                  </a:cubicBezTo>
                  <a:cubicBezTo>
                    <a:pt x="3556216" y="1611375"/>
                    <a:pt x="3559069" y="1610063"/>
                    <a:pt x="3551443" y="1612358"/>
                  </a:cubicBezTo>
                  <a:cubicBezTo>
                    <a:pt x="3543818" y="1614670"/>
                    <a:pt x="3538701" y="1615982"/>
                    <a:pt x="3543818" y="1604586"/>
                  </a:cubicBezTo>
                  <a:cubicBezTo>
                    <a:pt x="3548983" y="1593190"/>
                    <a:pt x="3553739" y="1592698"/>
                    <a:pt x="3559053" y="1591190"/>
                  </a:cubicBezTo>
                  <a:cubicBezTo>
                    <a:pt x="3564399" y="1589730"/>
                    <a:pt x="3572532" y="1589550"/>
                    <a:pt x="3582650" y="1588894"/>
                  </a:cubicBezTo>
                  <a:cubicBezTo>
                    <a:pt x="3592768" y="1588222"/>
                    <a:pt x="3600557" y="1583106"/>
                    <a:pt x="3604116" y="1581597"/>
                  </a:cubicBezTo>
                  <a:cubicBezTo>
                    <a:pt x="3607675" y="1580122"/>
                    <a:pt x="3614956" y="1577646"/>
                    <a:pt x="3611217" y="1576645"/>
                  </a:cubicBezTo>
                  <a:cubicBezTo>
                    <a:pt x="3607478" y="1575662"/>
                    <a:pt x="3596310" y="1574497"/>
                    <a:pt x="3598245" y="1571366"/>
                  </a:cubicBezTo>
                  <a:cubicBezTo>
                    <a:pt x="3600180" y="1568217"/>
                    <a:pt x="3601427" y="1568381"/>
                    <a:pt x="3607478" y="1567725"/>
                  </a:cubicBezTo>
                  <a:cubicBezTo>
                    <a:pt x="3613529" y="1567053"/>
                    <a:pt x="3622909" y="1566742"/>
                    <a:pt x="3630928" y="1566250"/>
                  </a:cubicBezTo>
                  <a:cubicBezTo>
                    <a:pt x="3638882" y="1565741"/>
                    <a:pt x="3643637" y="1567233"/>
                    <a:pt x="3646359" y="1562445"/>
                  </a:cubicBezTo>
                  <a:cubicBezTo>
                    <a:pt x="3648999" y="1557657"/>
                    <a:pt x="3652361" y="1550558"/>
                    <a:pt x="3658593" y="1546753"/>
                  </a:cubicBezTo>
                  <a:cubicBezTo>
                    <a:pt x="3664792" y="1542966"/>
                    <a:pt x="3671531" y="1544933"/>
                    <a:pt x="3687865" y="1544277"/>
                  </a:cubicBezTo>
                  <a:cubicBezTo>
                    <a:pt x="3704132" y="1543621"/>
                    <a:pt x="3701672" y="1547573"/>
                    <a:pt x="3706986" y="1551394"/>
                  </a:cubicBezTo>
                  <a:cubicBezTo>
                    <a:pt x="3712332" y="1555198"/>
                    <a:pt x="3715857" y="1553378"/>
                    <a:pt x="3722810" y="1554690"/>
                  </a:cubicBezTo>
                  <a:cubicBezTo>
                    <a:pt x="3729698" y="1556001"/>
                    <a:pt x="3725418" y="1560150"/>
                    <a:pt x="3730764" y="1562281"/>
                  </a:cubicBezTo>
                  <a:cubicBezTo>
                    <a:pt x="3736110" y="1564429"/>
                    <a:pt x="3745818" y="1566577"/>
                    <a:pt x="3757690" y="1570365"/>
                  </a:cubicBezTo>
                  <a:cubicBezTo>
                    <a:pt x="3769596" y="1574169"/>
                    <a:pt x="3761790" y="1572513"/>
                    <a:pt x="3776336" y="1572513"/>
                  </a:cubicBezTo>
                  <a:cubicBezTo>
                    <a:pt x="3790881" y="1572513"/>
                    <a:pt x="3790373" y="1572677"/>
                    <a:pt x="3801869" y="1570693"/>
                  </a:cubicBezTo>
                  <a:cubicBezTo>
                    <a:pt x="3813364" y="1568709"/>
                    <a:pt x="3818202" y="1564429"/>
                    <a:pt x="3826336" y="1558658"/>
                  </a:cubicBezTo>
                  <a:cubicBezTo>
                    <a:pt x="3834502" y="1552886"/>
                    <a:pt x="3828828" y="1540326"/>
                    <a:pt x="3825827" y="1530586"/>
                  </a:cubicBezTo>
                  <a:cubicBezTo>
                    <a:pt x="3822777" y="1520846"/>
                    <a:pt x="3810003" y="1514582"/>
                    <a:pt x="3804181" y="1510122"/>
                  </a:cubicBezTo>
                  <a:cubicBezTo>
                    <a:pt x="3798327" y="1505662"/>
                    <a:pt x="3785716" y="1491446"/>
                    <a:pt x="3779009" y="1485674"/>
                  </a:cubicBezTo>
                  <a:cubicBezTo>
                    <a:pt x="3772187" y="1479902"/>
                    <a:pt x="3764431" y="1478246"/>
                    <a:pt x="3756985" y="1474114"/>
                  </a:cubicBezTo>
                  <a:cubicBezTo>
                    <a:pt x="3749557" y="1469965"/>
                    <a:pt x="3736208" y="1463210"/>
                    <a:pt x="3735011" y="1457749"/>
                  </a:cubicBezTo>
                  <a:cubicBezTo>
                    <a:pt x="3733765" y="1452306"/>
                    <a:pt x="3737865" y="1452158"/>
                    <a:pt x="3748852" y="1449502"/>
                  </a:cubicBezTo>
                  <a:cubicBezTo>
                    <a:pt x="3759839" y="1446862"/>
                    <a:pt x="3756280" y="1444550"/>
                    <a:pt x="3758412" y="1438762"/>
                  </a:cubicBezTo>
                  <a:cubicBezTo>
                    <a:pt x="3760544" y="1432990"/>
                    <a:pt x="3761446" y="1433154"/>
                    <a:pt x="3770465" y="1429858"/>
                  </a:cubicBezTo>
                  <a:cubicBezTo>
                    <a:pt x="3779517" y="1426562"/>
                    <a:pt x="3760019" y="1419610"/>
                    <a:pt x="3757313" y="1415838"/>
                  </a:cubicBezTo>
                  <a:cubicBezTo>
                    <a:pt x="3754706" y="1412018"/>
                    <a:pt x="3763364" y="1413166"/>
                    <a:pt x="3772449" y="1411034"/>
                  </a:cubicBezTo>
                  <a:cubicBezTo>
                    <a:pt x="3781452" y="1408886"/>
                    <a:pt x="3782223" y="1404590"/>
                    <a:pt x="3783436" y="1400786"/>
                  </a:cubicBezTo>
                  <a:cubicBezTo>
                    <a:pt x="3784683" y="1396982"/>
                    <a:pt x="3784273" y="1395161"/>
                    <a:pt x="3773646" y="1395342"/>
                  </a:cubicBezTo>
                  <a:cubicBezTo>
                    <a:pt x="3763020" y="1395489"/>
                    <a:pt x="3749540" y="1399966"/>
                    <a:pt x="3731633" y="1404754"/>
                  </a:cubicBezTo>
                  <a:cubicBezTo>
                    <a:pt x="3713725" y="1409542"/>
                    <a:pt x="3721925" y="1409706"/>
                    <a:pt x="3711036" y="1418117"/>
                  </a:cubicBezTo>
                  <a:cubicBezTo>
                    <a:pt x="3700229" y="1426546"/>
                    <a:pt x="3699524" y="1422922"/>
                    <a:pt x="3700918" y="1427529"/>
                  </a:cubicBezTo>
                  <a:cubicBezTo>
                    <a:pt x="3702377" y="1432170"/>
                    <a:pt x="3703034" y="1436614"/>
                    <a:pt x="3714037" y="1442385"/>
                  </a:cubicBezTo>
                  <a:cubicBezTo>
                    <a:pt x="3725057" y="1448157"/>
                    <a:pt x="3720416" y="1448337"/>
                    <a:pt x="3723483" y="1449174"/>
                  </a:cubicBezTo>
                  <a:cubicBezTo>
                    <a:pt x="3726484" y="1449994"/>
                    <a:pt x="3733929" y="1451141"/>
                    <a:pt x="3730550" y="1452158"/>
                  </a:cubicBezTo>
                  <a:cubicBezTo>
                    <a:pt x="3727173" y="1453125"/>
                    <a:pt x="3724139" y="1458405"/>
                    <a:pt x="3719203" y="1458405"/>
                  </a:cubicBezTo>
                  <a:cubicBezTo>
                    <a:pt x="3714217" y="1458405"/>
                    <a:pt x="3712053" y="1463538"/>
                    <a:pt x="3703591" y="1468326"/>
                  </a:cubicBezTo>
                  <a:cubicBezTo>
                    <a:pt x="3695097" y="1473130"/>
                    <a:pt x="3691358" y="1473770"/>
                    <a:pt x="3685159" y="1474770"/>
                  </a:cubicBezTo>
                  <a:cubicBezTo>
                    <a:pt x="3678927" y="1475754"/>
                    <a:pt x="3674500" y="1473770"/>
                    <a:pt x="3675369" y="1463210"/>
                  </a:cubicBezTo>
                  <a:cubicBezTo>
                    <a:pt x="3676287" y="1452634"/>
                    <a:pt x="3672188" y="1459766"/>
                    <a:pt x="3665579" y="1457274"/>
                  </a:cubicBezTo>
                  <a:cubicBezTo>
                    <a:pt x="3659052" y="1454782"/>
                    <a:pt x="3656559" y="1451978"/>
                    <a:pt x="3656559" y="1451978"/>
                  </a:cubicBezTo>
                  <a:cubicBezTo>
                    <a:pt x="3656559" y="1451978"/>
                    <a:pt x="3663119" y="1449666"/>
                    <a:pt x="3669711" y="1445534"/>
                  </a:cubicBezTo>
                  <a:cubicBezTo>
                    <a:pt x="3676304" y="1441418"/>
                    <a:pt x="3679239" y="1438942"/>
                    <a:pt x="3682453" y="1430842"/>
                  </a:cubicBezTo>
                  <a:cubicBezTo>
                    <a:pt x="3685634" y="1422758"/>
                    <a:pt x="3675352" y="1427201"/>
                    <a:pt x="3667907" y="1426234"/>
                  </a:cubicBezTo>
                  <a:cubicBezTo>
                    <a:pt x="3660479" y="1425234"/>
                    <a:pt x="3662594" y="1424578"/>
                    <a:pt x="3655346" y="1423594"/>
                  </a:cubicBezTo>
                  <a:cubicBezTo>
                    <a:pt x="3648098" y="1422610"/>
                    <a:pt x="3645228" y="1416822"/>
                    <a:pt x="3645228" y="1416822"/>
                  </a:cubicBezTo>
                  <a:cubicBezTo>
                    <a:pt x="3645228" y="1416822"/>
                    <a:pt x="3648557" y="1418134"/>
                    <a:pt x="3654755" y="1417494"/>
                  </a:cubicBezTo>
                  <a:cubicBezTo>
                    <a:pt x="3660987" y="1416822"/>
                    <a:pt x="3659593" y="1415182"/>
                    <a:pt x="3661856" y="1413526"/>
                  </a:cubicBezTo>
                  <a:cubicBezTo>
                    <a:pt x="3664168" y="1411870"/>
                    <a:pt x="3665989" y="1410394"/>
                    <a:pt x="3664168" y="1410394"/>
                  </a:cubicBezTo>
                  <a:cubicBezTo>
                    <a:pt x="3662414" y="1410394"/>
                    <a:pt x="3654755" y="1411214"/>
                    <a:pt x="3649656" y="1410886"/>
                  </a:cubicBezTo>
                  <a:cubicBezTo>
                    <a:pt x="3644457" y="1410558"/>
                    <a:pt x="3641489" y="1409739"/>
                    <a:pt x="3634044" y="1410886"/>
                  </a:cubicBezTo>
                  <a:cubicBezTo>
                    <a:pt x="3626533" y="1412034"/>
                    <a:pt x="3629567" y="1414838"/>
                    <a:pt x="3624254" y="1418314"/>
                  </a:cubicBezTo>
                  <a:cubicBezTo>
                    <a:pt x="3618908" y="1421790"/>
                    <a:pt x="3618760" y="1422955"/>
                    <a:pt x="3615907" y="1428071"/>
                  </a:cubicBezTo>
                  <a:cubicBezTo>
                    <a:pt x="3613119" y="1433186"/>
                    <a:pt x="3612168" y="1432350"/>
                    <a:pt x="3610266" y="1435662"/>
                  </a:cubicBezTo>
                  <a:cubicBezTo>
                    <a:pt x="3608282" y="1438975"/>
                    <a:pt x="3608478" y="1447206"/>
                    <a:pt x="3608478" y="1452847"/>
                  </a:cubicBezTo>
                  <a:cubicBezTo>
                    <a:pt x="3608478" y="1458454"/>
                    <a:pt x="3607052" y="1460275"/>
                    <a:pt x="3603673" y="1464882"/>
                  </a:cubicBezTo>
                  <a:cubicBezTo>
                    <a:pt x="3600295" y="1469523"/>
                    <a:pt x="3600295" y="1467539"/>
                    <a:pt x="3594621" y="1470326"/>
                  </a:cubicBezTo>
                  <a:cubicBezTo>
                    <a:pt x="3588980" y="1473146"/>
                    <a:pt x="3592686" y="1475114"/>
                    <a:pt x="3591981" y="1480755"/>
                  </a:cubicBezTo>
                  <a:cubicBezTo>
                    <a:pt x="3591292" y="1486346"/>
                    <a:pt x="3589308" y="1488511"/>
                    <a:pt x="3588783" y="1495791"/>
                  </a:cubicBezTo>
                  <a:cubicBezTo>
                    <a:pt x="3588275" y="1503038"/>
                    <a:pt x="3585421" y="1503366"/>
                    <a:pt x="3580977" y="1508499"/>
                  </a:cubicBezTo>
                  <a:cubicBezTo>
                    <a:pt x="3576501" y="1513615"/>
                    <a:pt x="3574057" y="1513615"/>
                    <a:pt x="3573729" y="1518895"/>
                  </a:cubicBezTo>
                  <a:cubicBezTo>
                    <a:pt x="3573319" y="1524174"/>
                    <a:pt x="3572450" y="1526503"/>
                    <a:pt x="3573729" y="1536718"/>
                  </a:cubicBezTo>
                  <a:cubicBezTo>
                    <a:pt x="3574943" y="1546967"/>
                    <a:pt x="3577796" y="1544327"/>
                    <a:pt x="3585783" y="1554739"/>
                  </a:cubicBezTo>
                  <a:cubicBezTo>
                    <a:pt x="3593736" y="1565135"/>
                    <a:pt x="3597983" y="1561199"/>
                    <a:pt x="3595130" y="1566446"/>
                  </a:cubicBezTo>
                  <a:cubicBezTo>
                    <a:pt x="3592342" y="1571743"/>
                    <a:pt x="3592867" y="1569759"/>
                    <a:pt x="3583077" y="1568611"/>
                  </a:cubicBezTo>
                  <a:cubicBezTo>
                    <a:pt x="3573336" y="1567430"/>
                    <a:pt x="3571762" y="1568939"/>
                    <a:pt x="3564677" y="1575694"/>
                  </a:cubicBezTo>
                  <a:cubicBezTo>
                    <a:pt x="3557576" y="1582466"/>
                    <a:pt x="3556101" y="1586270"/>
                    <a:pt x="3552444" y="1588746"/>
                  </a:cubicBezTo>
                  <a:cubicBezTo>
                    <a:pt x="3548672" y="1591206"/>
                    <a:pt x="3549951" y="1583795"/>
                    <a:pt x="3548557" y="1580302"/>
                  </a:cubicBezTo>
                  <a:cubicBezTo>
                    <a:pt x="3547098" y="1576842"/>
                    <a:pt x="3530748" y="1575694"/>
                    <a:pt x="3519581" y="1572382"/>
                  </a:cubicBezTo>
                  <a:cubicBezTo>
                    <a:pt x="3508413" y="1569070"/>
                    <a:pt x="3505396" y="1567102"/>
                    <a:pt x="3502543" y="1567102"/>
                  </a:cubicBezTo>
                  <a:cubicBezTo>
                    <a:pt x="3499689" y="1567102"/>
                    <a:pt x="3495392" y="1566430"/>
                    <a:pt x="3483716" y="1572874"/>
                  </a:cubicBezTo>
                  <a:cubicBezTo>
                    <a:pt x="3471991" y="1579318"/>
                    <a:pt x="3474632" y="1583040"/>
                    <a:pt x="3475468" y="1591452"/>
                  </a:cubicBezTo>
                  <a:cubicBezTo>
                    <a:pt x="3476272" y="1599880"/>
                    <a:pt x="3485537" y="1601618"/>
                    <a:pt x="3482896" y="1621410"/>
                  </a:cubicBezTo>
                  <a:cubicBezTo>
                    <a:pt x="3480191" y="1641250"/>
                    <a:pt x="3492720" y="1632084"/>
                    <a:pt x="3498065" y="1644218"/>
                  </a:cubicBezTo>
                  <a:cubicBezTo>
                    <a:pt x="3503379" y="1656368"/>
                    <a:pt x="3498574" y="1655368"/>
                    <a:pt x="3495392" y="1656844"/>
                  </a:cubicBezTo>
                  <a:cubicBezTo>
                    <a:pt x="3492211" y="1658353"/>
                    <a:pt x="3489014" y="1668732"/>
                    <a:pt x="3486603" y="1678636"/>
                  </a:cubicBezTo>
                  <a:cubicBezTo>
                    <a:pt x="3484225" y="1688556"/>
                    <a:pt x="3486898" y="1689802"/>
                    <a:pt x="3483930" y="1689294"/>
                  </a:cubicBezTo>
                  <a:cubicBezTo>
                    <a:pt x="3481027" y="1688802"/>
                    <a:pt x="3477551" y="1691032"/>
                    <a:pt x="3471991" y="1682850"/>
                  </a:cubicBezTo>
                  <a:cubicBezTo>
                    <a:pt x="3466383" y="1674684"/>
                    <a:pt x="3461923" y="1682358"/>
                    <a:pt x="3461070" y="1677652"/>
                  </a:cubicBezTo>
                  <a:cubicBezTo>
                    <a:pt x="3460299" y="1672946"/>
                    <a:pt x="3453346" y="1665010"/>
                    <a:pt x="3456019" y="1654122"/>
                  </a:cubicBezTo>
                  <a:cubicBezTo>
                    <a:pt x="3458692" y="1643202"/>
                    <a:pt x="3462939" y="1642234"/>
                    <a:pt x="3453346" y="1636544"/>
                  </a:cubicBezTo>
                  <a:cubicBezTo>
                    <a:pt x="3443786" y="1630838"/>
                    <a:pt x="3446196" y="1630100"/>
                    <a:pt x="3441654" y="1618442"/>
                  </a:cubicBezTo>
                  <a:cubicBezTo>
                    <a:pt x="3437144" y="1606800"/>
                    <a:pt x="3436078" y="1604570"/>
                    <a:pt x="3427321" y="1593928"/>
                  </a:cubicBezTo>
                  <a:cubicBezTo>
                    <a:pt x="3418499" y="1583286"/>
                    <a:pt x="3419270" y="1586238"/>
                    <a:pt x="3421713" y="1575596"/>
                  </a:cubicBezTo>
                  <a:cubicBezTo>
                    <a:pt x="3424091" y="1564938"/>
                    <a:pt x="3425960" y="1551066"/>
                    <a:pt x="3420614" y="1543638"/>
                  </a:cubicBezTo>
                  <a:cubicBezTo>
                    <a:pt x="3415301" y="1536210"/>
                    <a:pt x="3393245" y="1515648"/>
                    <a:pt x="3375107" y="1505990"/>
                  </a:cubicBezTo>
                  <a:cubicBezTo>
                    <a:pt x="3357053" y="1496332"/>
                    <a:pt x="3353314" y="1503760"/>
                    <a:pt x="3345278" y="1488412"/>
                  </a:cubicBezTo>
                  <a:cubicBezTo>
                    <a:pt x="3337325" y="1473048"/>
                    <a:pt x="3333635" y="1456930"/>
                    <a:pt x="3320287" y="1447518"/>
                  </a:cubicBezTo>
                  <a:cubicBezTo>
                    <a:pt x="3307020" y="1438106"/>
                    <a:pt x="3313662" y="1437368"/>
                    <a:pt x="3300903" y="1442074"/>
                  </a:cubicBezTo>
                  <a:cubicBezTo>
                    <a:pt x="3288112" y="1446796"/>
                    <a:pt x="3287834" y="1448764"/>
                    <a:pt x="3288932" y="1452486"/>
                  </a:cubicBezTo>
                  <a:cubicBezTo>
                    <a:pt x="3289998" y="1456192"/>
                    <a:pt x="3292884" y="1461160"/>
                    <a:pt x="3291015" y="1471310"/>
                  </a:cubicBezTo>
                  <a:cubicBezTo>
                    <a:pt x="3289145" y="1481443"/>
                    <a:pt x="3286505" y="1478246"/>
                    <a:pt x="3299805" y="1486149"/>
                  </a:cubicBezTo>
                  <a:cubicBezTo>
                    <a:pt x="3313137" y="1494102"/>
                    <a:pt x="3307528" y="1492348"/>
                    <a:pt x="3314170" y="1506974"/>
                  </a:cubicBezTo>
                  <a:cubicBezTo>
                    <a:pt x="3320877" y="1521567"/>
                    <a:pt x="3321894" y="1524306"/>
                    <a:pt x="3327207" y="1530258"/>
                  </a:cubicBezTo>
                  <a:cubicBezTo>
                    <a:pt x="3332553" y="1536210"/>
                    <a:pt x="3334422" y="1541408"/>
                    <a:pt x="3347722" y="1544376"/>
                  </a:cubicBezTo>
                  <a:cubicBezTo>
                    <a:pt x="3360988" y="1547360"/>
                    <a:pt x="3358889" y="1543638"/>
                    <a:pt x="3362300" y="1546852"/>
                  </a:cubicBezTo>
                  <a:cubicBezTo>
                    <a:pt x="3365826" y="1550066"/>
                    <a:pt x="3353002" y="1551312"/>
                    <a:pt x="3355413" y="1552804"/>
                  </a:cubicBezTo>
                  <a:cubicBezTo>
                    <a:pt x="3357823" y="1554296"/>
                    <a:pt x="3360759" y="1558494"/>
                    <a:pt x="3371893" y="1565430"/>
                  </a:cubicBezTo>
                  <a:cubicBezTo>
                    <a:pt x="3383061" y="1572366"/>
                    <a:pt x="3394540" y="1579564"/>
                    <a:pt x="3397459" y="1585008"/>
                  </a:cubicBezTo>
                  <a:cubicBezTo>
                    <a:pt x="3400395" y="1590452"/>
                    <a:pt x="3410201" y="1611014"/>
                    <a:pt x="3395852" y="1595896"/>
                  </a:cubicBezTo>
                  <a:cubicBezTo>
                    <a:pt x="3381487" y="1580794"/>
                    <a:pt x="3381241" y="1587730"/>
                    <a:pt x="3377239" y="1598126"/>
                  </a:cubicBezTo>
                  <a:cubicBezTo>
                    <a:pt x="3373238" y="1608521"/>
                    <a:pt x="3380896" y="1616458"/>
                    <a:pt x="3380470" y="1624148"/>
                  </a:cubicBezTo>
                  <a:cubicBezTo>
                    <a:pt x="3379880" y="1631822"/>
                    <a:pt x="3373255" y="1628870"/>
                    <a:pt x="3368712" y="1635036"/>
                  </a:cubicBezTo>
                  <a:cubicBezTo>
                    <a:pt x="3364170" y="1641234"/>
                    <a:pt x="3361792" y="1648645"/>
                    <a:pt x="3356479" y="1652614"/>
                  </a:cubicBezTo>
                  <a:cubicBezTo>
                    <a:pt x="3351166" y="1656582"/>
                    <a:pt x="3352773" y="1648170"/>
                    <a:pt x="3349886" y="1648170"/>
                  </a:cubicBezTo>
                  <a:cubicBezTo>
                    <a:pt x="3346918" y="1648170"/>
                    <a:pt x="3345852" y="1651892"/>
                    <a:pt x="3342163" y="1659058"/>
                  </a:cubicBezTo>
                  <a:cubicBezTo>
                    <a:pt x="3338424" y="1666240"/>
                    <a:pt x="3342163" y="1669240"/>
                    <a:pt x="3343704" y="1678898"/>
                  </a:cubicBezTo>
                  <a:cubicBezTo>
                    <a:pt x="3345278" y="1688556"/>
                    <a:pt x="3347984" y="1689294"/>
                    <a:pt x="3337620" y="1688802"/>
                  </a:cubicBezTo>
                  <a:cubicBezTo>
                    <a:pt x="3327223" y="1688310"/>
                    <a:pt x="3329634" y="1678619"/>
                    <a:pt x="3320073" y="1672192"/>
                  </a:cubicBezTo>
                  <a:cubicBezTo>
                    <a:pt x="3310480" y="1665748"/>
                    <a:pt x="3304905" y="1667978"/>
                    <a:pt x="3296918" y="1663009"/>
                  </a:cubicBezTo>
                  <a:cubicBezTo>
                    <a:pt x="3288932" y="1658074"/>
                    <a:pt x="3300362" y="1656828"/>
                    <a:pt x="3320287" y="1654335"/>
                  </a:cubicBezTo>
                  <a:cubicBezTo>
                    <a:pt x="3340293" y="1651876"/>
                    <a:pt x="3342671" y="1649892"/>
                    <a:pt x="3348788" y="1645202"/>
                  </a:cubicBezTo>
                  <a:cubicBezTo>
                    <a:pt x="3354872" y="1640480"/>
                    <a:pt x="3352789" y="1639250"/>
                    <a:pt x="3359414" y="1629821"/>
                  </a:cubicBezTo>
                  <a:cubicBezTo>
                    <a:pt x="3366039" y="1620409"/>
                    <a:pt x="3359414" y="1616704"/>
                    <a:pt x="3354872" y="1605275"/>
                  </a:cubicBezTo>
                  <a:cubicBezTo>
                    <a:pt x="3350395" y="1593895"/>
                    <a:pt x="3341867" y="1588714"/>
                    <a:pt x="3338932" y="1586467"/>
                  </a:cubicBezTo>
                  <a:cubicBezTo>
                    <a:pt x="3335964" y="1584237"/>
                    <a:pt x="3329339" y="1577564"/>
                    <a:pt x="3323550" y="1571103"/>
                  </a:cubicBezTo>
                  <a:cubicBezTo>
                    <a:pt x="3317646" y="1564675"/>
                    <a:pt x="3311497" y="1563675"/>
                    <a:pt x="3301428" y="1561199"/>
                  </a:cubicBezTo>
                  <a:cubicBezTo>
                    <a:pt x="3291310" y="1558723"/>
                    <a:pt x="3293179" y="1549557"/>
                    <a:pt x="3287620" y="1546819"/>
                  </a:cubicBezTo>
                  <a:cubicBezTo>
                    <a:pt x="3282012" y="1544113"/>
                    <a:pt x="3276453" y="1536177"/>
                    <a:pt x="3263662" y="1524273"/>
                  </a:cubicBezTo>
                  <a:cubicBezTo>
                    <a:pt x="3250871" y="1512385"/>
                    <a:pt x="3255708" y="1503465"/>
                    <a:pt x="3249805" y="1493069"/>
                  </a:cubicBezTo>
                  <a:cubicBezTo>
                    <a:pt x="3243950" y="1482657"/>
                    <a:pt x="3238112" y="1474737"/>
                    <a:pt x="3225338" y="1474737"/>
                  </a:cubicBezTo>
                  <a:cubicBezTo>
                    <a:pt x="3212596" y="1474737"/>
                    <a:pt x="3202986" y="1483657"/>
                    <a:pt x="3190212" y="1496037"/>
                  </a:cubicBezTo>
                  <a:cubicBezTo>
                    <a:pt x="3177453" y="1508433"/>
                    <a:pt x="3180094" y="1514385"/>
                    <a:pt x="3165220" y="1504973"/>
                  </a:cubicBezTo>
                  <a:cubicBezTo>
                    <a:pt x="3150313" y="1495545"/>
                    <a:pt x="3145033" y="1496545"/>
                    <a:pt x="3134341" y="1505465"/>
                  </a:cubicBezTo>
                  <a:cubicBezTo>
                    <a:pt x="3123748" y="1514402"/>
                    <a:pt x="3121599" y="1523305"/>
                    <a:pt x="3121599" y="1541129"/>
                  </a:cubicBezTo>
                  <a:cubicBezTo>
                    <a:pt x="3121599" y="1558986"/>
                    <a:pt x="3108808" y="1551558"/>
                    <a:pt x="3098707" y="1556493"/>
                  </a:cubicBezTo>
                  <a:cubicBezTo>
                    <a:pt x="3088638" y="1561445"/>
                    <a:pt x="3079586" y="1573842"/>
                    <a:pt x="3064155" y="1603061"/>
                  </a:cubicBezTo>
                  <a:cubicBezTo>
                    <a:pt x="3048690" y="1632314"/>
                    <a:pt x="3065220" y="1618425"/>
                    <a:pt x="3061990" y="1628329"/>
                  </a:cubicBezTo>
                  <a:cubicBezTo>
                    <a:pt x="3058809" y="1638233"/>
                    <a:pt x="3063056" y="1646186"/>
                    <a:pt x="3048690" y="1659041"/>
                  </a:cubicBezTo>
                  <a:cubicBezTo>
                    <a:pt x="3034325" y="1671929"/>
                    <a:pt x="3040704" y="1657565"/>
                    <a:pt x="3032242" y="1667978"/>
                  </a:cubicBezTo>
                  <a:cubicBezTo>
                    <a:pt x="3023699" y="1678390"/>
                    <a:pt x="3011990" y="1686802"/>
                    <a:pt x="2991754" y="1684342"/>
                  </a:cubicBezTo>
                  <a:cubicBezTo>
                    <a:pt x="2971567" y="1681866"/>
                    <a:pt x="2977389" y="1689786"/>
                    <a:pt x="2964647" y="1692754"/>
                  </a:cubicBezTo>
                  <a:cubicBezTo>
                    <a:pt x="2951856" y="1695722"/>
                    <a:pt x="2944935" y="1700182"/>
                    <a:pt x="2948117" y="1685818"/>
                  </a:cubicBezTo>
                  <a:cubicBezTo>
                    <a:pt x="2951347" y="1671437"/>
                    <a:pt x="2948674" y="1673422"/>
                    <a:pt x="2924191" y="1674438"/>
                  </a:cubicBezTo>
                  <a:cubicBezTo>
                    <a:pt x="2899675" y="1675422"/>
                    <a:pt x="2891181" y="1681866"/>
                    <a:pt x="2893312" y="1678406"/>
                  </a:cubicBezTo>
                  <a:cubicBezTo>
                    <a:pt x="2895477" y="1674914"/>
                    <a:pt x="2896494" y="1668978"/>
                    <a:pt x="2899216" y="1655106"/>
                  </a:cubicBezTo>
                  <a:cubicBezTo>
                    <a:pt x="2901889" y="1641234"/>
                    <a:pt x="2905595" y="1636774"/>
                    <a:pt x="2901889" y="1636774"/>
                  </a:cubicBezTo>
                  <a:cubicBezTo>
                    <a:pt x="2898150" y="1636774"/>
                    <a:pt x="2890164" y="1638774"/>
                    <a:pt x="2895985" y="1613982"/>
                  </a:cubicBezTo>
                  <a:cubicBezTo>
                    <a:pt x="2901889" y="1589206"/>
                    <a:pt x="2904004" y="1584746"/>
                    <a:pt x="2901331" y="1570365"/>
                  </a:cubicBezTo>
                  <a:cubicBezTo>
                    <a:pt x="2898658" y="1556001"/>
                    <a:pt x="2902364" y="1536669"/>
                    <a:pt x="2899199" y="1528257"/>
                  </a:cubicBezTo>
                  <a:cubicBezTo>
                    <a:pt x="2895969" y="1519846"/>
                    <a:pt x="2905578" y="1511417"/>
                    <a:pt x="2901331" y="1506957"/>
                  </a:cubicBezTo>
                  <a:cubicBezTo>
                    <a:pt x="2897084" y="1502497"/>
                    <a:pt x="2892246" y="1496545"/>
                    <a:pt x="2895477" y="1496545"/>
                  </a:cubicBezTo>
                  <a:cubicBezTo>
                    <a:pt x="2898658" y="1496545"/>
                    <a:pt x="2911958" y="1497054"/>
                    <a:pt x="2928963" y="1500021"/>
                  </a:cubicBezTo>
                  <a:cubicBezTo>
                    <a:pt x="2946067" y="1503006"/>
                    <a:pt x="2963548" y="1497529"/>
                    <a:pt x="2973699" y="1498546"/>
                  </a:cubicBezTo>
                  <a:cubicBezTo>
                    <a:pt x="2983768" y="1499546"/>
                    <a:pt x="3005103" y="1503989"/>
                    <a:pt x="3026339" y="1507449"/>
                  </a:cubicBezTo>
                  <a:cubicBezTo>
                    <a:pt x="3047624" y="1510909"/>
                    <a:pt x="3047116" y="1504481"/>
                    <a:pt x="3044984" y="1473278"/>
                  </a:cubicBezTo>
                  <a:cubicBezTo>
                    <a:pt x="3042853" y="1442057"/>
                    <a:pt x="3046591" y="1427693"/>
                    <a:pt x="3040180" y="1421249"/>
                  </a:cubicBezTo>
                  <a:cubicBezTo>
                    <a:pt x="3033768" y="1414805"/>
                    <a:pt x="3026880" y="1415297"/>
                    <a:pt x="3019960" y="1406885"/>
                  </a:cubicBezTo>
                  <a:cubicBezTo>
                    <a:pt x="3013040" y="1398474"/>
                    <a:pt x="3018386" y="1386061"/>
                    <a:pt x="3003512" y="1381601"/>
                  </a:cubicBezTo>
                  <a:cubicBezTo>
                    <a:pt x="2988556" y="1377141"/>
                    <a:pt x="2972076" y="1380617"/>
                    <a:pt x="2980062" y="1377649"/>
                  </a:cubicBezTo>
                  <a:cubicBezTo>
                    <a:pt x="2988015" y="1374665"/>
                    <a:pt x="2991229" y="1373681"/>
                    <a:pt x="2982735" y="1367237"/>
                  </a:cubicBezTo>
                  <a:cubicBezTo>
                    <a:pt x="2974158" y="1360793"/>
                    <a:pt x="2972076" y="1353873"/>
                    <a:pt x="2978455" y="1352873"/>
                  </a:cubicBezTo>
                  <a:cubicBezTo>
                    <a:pt x="2984834" y="1351889"/>
                    <a:pt x="3002921" y="1351889"/>
                    <a:pt x="3002921" y="1351889"/>
                  </a:cubicBezTo>
                  <a:cubicBezTo>
                    <a:pt x="3002921" y="1351889"/>
                    <a:pt x="3004529" y="1360809"/>
                    <a:pt x="3014138" y="1356841"/>
                  </a:cubicBezTo>
                  <a:cubicBezTo>
                    <a:pt x="3023699" y="1352873"/>
                    <a:pt x="3035932" y="1348921"/>
                    <a:pt x="3033292" y="1342477"/>
                  </a:cubicBezTo>
                  <a:cubicBezTo>
                    <a:pt x="3030586" y="1336033"/>
                    <a:pt x="3025814" y="1328097"/>
                    <a:pt x="3027388" y="1328097"/>
                  </a:cubicBezTo>
                  <a:cubicBezTo>
                    <a:pt x="3028996" y="1328097"/>
                    <a:pt x="3032734" y="1337033"/>
                    <a:pt x="3052921" y="1337033"/>
                  </a:cubicBezTo>
                  <a:cubicBezTo>
                    <a:pt x="3073141" y="1337033"/>
                    <a:pt x="3071567" y="1334049"/>
                    <a:pt x="3069960" y="1325637"/>
                  </a:cubicBezTo>
                  <a:cubicBezTo>
                    <a:pt x="3068385" y="1317209"/>
                    <a:pt x="3083292" y="1317701"/>
                    <a:pt x="3093410" y="1310765"/>
                  </a:cubicBezTo>
                  <a:cubicBezTo>
                    <a:pt x="3103479" y="1303846"/>
                    <a:pt x="3089671" y="1295909"/>
                    <a:pt x="3091836" y="1289465"/>
                  </a:cubicBezTo>
                  <a:cubicBezTo>
                    <a:pt x="3093918" y="1283021"/>
                    <a:pt x="3105611" y="1279053"/>
                    <a:pt x="3126388" y="1277577"/>
                  </a:cubicBezTo>
                  <a:cubicBezTo>
                    <a:pt x="3147116" y="1276069"/>
                    <a:pt x="3143393" y="1272609"/>
                    <a:pt x="3141262" y="1270133"/>
                  </a:cubicBezTo>
                  <a:cubicBezTo>
                    <a:pt x="3139179" y="1267657"/>
                    <a:pt x="3141852" y="1257245"/>
                    <a:pt x="3143393" y="1243881"/>
                  </a:cubicBezTo>
                  <a:cubicBezTo>
                    <a:pt x="3145050" y="1230485"/>
                    <a:pt x="3141852" y="1226025"/>
                    <a:pt x="3152478" y="1219597"/>
                  </a:cubicBezTo>
                  <a:cubicBezTo>
                    <a:pt x="3163137" y="1213153"/>
                    <a:pt x="3159907" y="1215629"/>
                    <a:pt x="3181750" y="1213645"/>
                  </a:cubicBezTo>
                  <a:cubicBezTo>
                    <a:pt x="3203544" y="1211661"/>
                    <a:pt x="3190212" y="1206725"/>
                    <a:pt x="3193951" y="1205709"/>
                  </a:cubicBezTo>
                  <a:cubicBezTo>
                    <a:pt x="3197689" y="1204708"/>
                    <a:pt x="3223780" y="1198281"/>
                    <a:pt x="3228536" y="1196280"/>
                  </a:cubicBezTo>
                  <a:cubicBezTo>
                    <a:pt x="3233373" y="1194312"/>
                    <a:pt x="3232816" y="1194821"/>
                    <a:pt x="3228536" y="1185376"/>
                  </a:cubicBezTo>
                  <a:cubicBezTo>
                    <a:pt x="3224288" y="1175980"/>
                    <a:pt x="3218418" y="1170537"/>
                    <a:pt x="3213662" y="1126936"/>
                  </a:cubicBezTo>
                  <a:cubicBezTo>
                    <a:pt x="3208906" y="1083336"/>
                    <a:pt x="3209923" y="1083336"/>
                    <a:pt x="3236522" y="1075417"/>
                  </a:cubicBezTo>
                  <a:cubicBezTo>
                    <a:pt x="3263153" y="1067480"/>
                    <a:pt x="3257299" y="1069956"/>
                    <a:pt x="3255167" y="1094240"/>
                  </a:cubicBezTo>
                  <a:cubicBezTo>
                    <a:pt x="3253035" y="1118525"/>
                    <a:pt x="3241327" y="1118525"/>
                    <a:pt x="3238637" y="1136348"/>
                  </a:cubicBezTo>
                  <a:cubicBezTo>
                    <a:pt x="3235964" y="1154172"/>
                    <a:pt x="3238129" y="1165093"/>
                    <a:pt x="3249296" y="1183917"/>
                  </a:cubicBezTo>
                  <a:cubicBezTo>
                    <a:pt x="3260464" y="1202757"/>
                    <a:pt x="3259414" y="1193329"/>
                    <a:pt x="3283373" y="1193329"/>
                  </a:cubicBezTo>
                  <a:cubicBezTo>
                    <a:pt x="3307299" y="1193329"/>
                    <a:pt x="3301986" y="1199281"/>
                    <a:pt x="3317925" y="1204725"/>
                  </a:cubicBezTo>
                  <a:cubicBezTo>
                    <a:pt x="3333898" y="1210168"/>
                    <a:pt x="3328552" y="1194837"/>
                    <a:pt x="3344048" y="1189377"/>
                  </a:cubicBezTo>
                  <a:cubicBezTo>
                    <a:pt x="3359431" y="1183933"/>
                    <a:pt x="3356249" y="1192853"/>
                    <a:pt x="3392408" y="1187393"/>
                  </a:cubicBezTo>
                  <a:cubicBezTo>
                    <a:pt x="3406216" y="1185310"/>
                    <a:pt x="3410939" y="1184835"/>
                    <a:pt x="3412005" y="1184736"/>
                  </a:cubicBezTo>
                  <a:cubicBezTo>
                    <a:pt x="3410906" y="1184802"/>
                    <a:pt x="3406905" y="1184851"/>
                    <a:pt x="3411054" y="1182441"/>
                  </a:cubicBezTo>
                  <a:cubicBezTo>
                    <a:pt x="3419548" y="1177489"/>
                    <a:pt x="3421713" y="1168569"/>
                    <a:pt x="3433946" y="1167077"/>
                  </a:cubicBezTo>
                  <a:cubicBezTo>
                    <a:pt x="3446180" y="1165601"/>
                    <a:pt x="3454691" y="1170553"/>
                    <a:pt x="3454133" y="1151729"/>
                  </a:cubicBezTo>
                  <a:cubicBezTo>
                    <a:pt x="3453625" y="1132905"/>
                    <a:pt x="3446705" y="1135873"/>
                    <a:pt x="3448820" y="1121509"/>
                  </a:cubicBezTo>
                  <a:cubicBezTo>
                    <a:pt x="3450985" y="1107145"/>
                    <a:pt x="3451460" y="1113589"/>
                    <a:pt x="3452526" y="1102193"/>
                  </a:cubicBezTo>
                  <a:cubicBezTo>
                    <a:pt x="3453625" y="1090797"/>
                    <a:pt x="3450985" y="1088829"/>
                    <a:pt x="3466367" y="1084861"/>
                  </a:cubicBezTo>
                  <a:cubicBezTo>
                    <a:pt x="3481831" y="1080910"/>
                    <a:pt x="3471204" y="1098733"/>
                    <a:pt x="3489784" y="1102685"/>
                  </a:cubicBezTo>
                  <a:cubicBezTo>
                    <a:pt x="3508397" y="1106653"/>
                    <a:pt x="3505757" y="1109621"/>
                    <a:pt x="3508938" y="1095273"/>
                  </a:cubicBezTo>
                  <a:cubicBezTo>
                    <a:pt x="3512119" y="1080910"/>
                    <a:pt x="3522270" y="1062069"/>
                    <a:pt x="3513185" y="1063069"/>
                  </a:cubicBezTo>
                  <a:cubicBezTo>
                    <a:pt x="3504182" y="1064070"/>
                    <a:pt x="3502018" y="1062561"/>
                    <a:pt x="3492998" y="1049197"/>
                  </a:cubicBezTo>
                  <a:cubicBezTo>
                    <a:pt x="3483913" y="1035817"/>
                    <a:pt x="3478633" y="1032849"/>
                    <a:pt x="3484455" y="1032849"/>
                  </a:cubicBezTo>
                  <a:cubicBezTo>
                    <a:pt x="3490309" y="1032849"/>
                    <a:pt x="3510020" y="1027406"/>
                    <a:pt x="3538161" y="1028389"/>
                  </a:cubicBezTo>
                  <a:cubicBezTo>
                    <a:pt x="3566366" y="1029373"/>
                    <a:pt x="3574385" y="1031849"/>
                    <a:pt x="3575976" y="1028865"/>
                  </a:cubicBezTo>
                  <a:cubicBezTo>
                    <a:pt x="3577583" y="1025897"/>
                    <a:pt x="3571220" y="1022946"/>
                    <a:pt x="3580732" y="1016993"/>
                  </a:cubicBezTo>
                  <a:cubicBezTo>
                    <a:pt x="3590325" y="1011058"/>
                    <a:pt x="3621729" y="1019961"/>
                    <a:pt x="3616956" y="1014517"/>
                  </a:cubicBezTo>
                  <a:cubicBezTo>
                    <a:pt x="3612119" y="1009073"/>
                    <a:pt x="3584503" y="1001629"/>
                    <a:pt x="3565858" y="1004613"/>
                  </a:cubicBezTo>
                  <a:cubicBezTo>
                    <a:pt x="3547246" y="1007581"/>
                    <a:pt x="3502001" y="1013025"/>
                    <a:pt x="3495081" y="1012533"/>
                  </a:cubicBezTo>
                  <a:cubicBezTo>
                    <a:pt x="3488226" y="1012041"/>
                    <a:pt x="3475452" y="1007073"/>
                    <a:pt x="3472221" y="1003630"/>
                  </a:cubicBezTo>
                  <a:cubicBezTo>
                    <a:pt x="3469040" y="1000153"/>
                    <a:pt x="3458922" y="997678"/>
                    <a:pt x="3458922" y="981329"/>
                  </a:cubicBezTo>
                  <a:cubicBezTo>
                    <a:pt x="3458922" y="964965"/>
                    <a:pt x="3464776" y="958537"/>
                    <a:pt x="3455183" y="942698"/>
                  </a:cubicBezTo>
                  <a:cubicBezTo>
                    <a:pt x="3445589" y="926825"/>
                    <a:pt x="3472729" y="913478"/>
                    <a:pt x="3491375" y="896605"/>
                  </a:cubicBezTo>
                  <a:cubicBezTo>
                    <a:pt x="3510020" y="879782"/>
                    <a:pt x="3505215" y="865893"/>
                    <a:pt x="3516367" y="864893"/>
                  </a:cubicBezTo>
                  <a:cubicBezTo>
                    <a:pt x="3527583" y="863909"/>
                    <a:pt x="3531863" y="857974"/>
                    <a:pt x="3526484" y="852513"/>
                  </a:cubicBezTo>
                  <a:cubicBezTo>
                    <a:pt x="3521204" y="847069"/>
                    <a:pt x="3501493" y="828229"/>
                    <a:pt x="3491900" y="826245"/>
                  </a:cubicBezTo>
                  <a:cubicBezTo>
                    <a:pt x="3482339" y="824277"/>
                    <a:pt x="3467974" y="813373"/>
                    <a:pt x="3453100" y="839133"/>
                  </a:cubicBezTo>
                  <a:cubicBezTo>
                    <a:pt x="3438194" y="864893"/>
                    <a:pt x="3454133" y="867369"/>
                    <a:pt x="3456839" y="880749"/>
                  </a:cubicBezTo>
                  <a:cubicBezTo>
                    <a:pt x="3459512" y="894113"/>
                    <a:pt x="3436062" y="904033"/>
                    <a:pt x="3418482" y="916413"/>
                  </a:cubicBezTo>
                  <a:cubicBezTo>
                    <a:pt x="3400936" y="928793"/>
                    <a:pt x="3394557" y="925825"/>
                    <a:pt x="3389211" y="957537"/>
                  </a:cubicBezTo>
                  <a:cubicBezTo>
                    <a:pt x="3383897" y="989249"/>
                    <a:pt x="3378551" y="990233"/>
                    <a:pt x="3398263" y="1001121"/>
                  </a:cubicBezTo>
                  <a:cubicBezTo>
                    <a:pt x="3417974" y="1012041"/>
                    <a:pt x="3421713" y="1017485"/>
                    <a:pt x="3412661" y="1026897"/>
                  </a:cubicBezTo>
                  <a:cubicBezTo>
                    <a:pt x="3403576" y="1036326"/>
                    <a:pt x="3384455" y="1035817"/>
                    <a:pt x="3372730" y="1058118"/>
                  </a:cubicBezTo>
                  <a:cubicBezTo>
                    <a:pt x="3361005" y="1080418"/>
                    <a:pt x="3365842" y="1091305"/>
                    <a:pt x="3361005" y="1101209"/>
                  </a:cubicBezTo>
                  <a:cubicBezTo>
                    <a:pt x="3356249" y="1111130"/>
                    <a:pt x="3341375" y="1115573"/>
                    <a:pt x="3337079" y="1125493"/>
                  </a:cubicBezTo>
                  <a:cubicBezTo>
                    <a:pt x="3332864" y="1135397"/>
                    <a:pt x="3332864" y="1154221"/>
                    <a:pt x="3314727" y="1151270"/>
                  </a:cubicBezTo>
                  <a:cubicBezTo>
                    <a:pt x="3296623" y="1148286"/>
                    <a:pt x="3306741" y="1124018"/>
                    <a:pt x="3298755" y="1111622"/>
                  </a:cubicBezTo>
                  <a:cubicBezTo>
                    <a:pt x="3290802" y="1099242"/>
                    <a:pt x="3284390" y="1088846"/>
                    <a:pt x="3274829" y="1073482"/>
                  </a:cubicBezTo>
                  <a:cubicBezTo>
                    <a:pt x="3265236" y="1058134"/>
                    <a:pt x="3272747" y="1043262"/>
                    <a:pt x="3263662" y="1035325"/>
                  </a:cubicBezTo>
                  <a:cubicBezTo>
                    <a:pt x="3254642" y="1027406"/>
                    <a:pt x="3252494" y="1011549"/>
                    <a:pt x="3252494" y="1011549"/>
                  </a:cubicBezTo>
                  <a:cubicBezTo>
                    <a:pt x="3252494" y="1011549"/>
                    <a:pt x="3252494" y="1011549"/>
                    <a:pt x="3249313" y="1018994"/>
                  </a:cubicBezTo>
                  <a:cubicBezTo>
                    <a:pt x="3246131" y="1026422"/>
                    <a:pt x="3247738" y="1030898"/>
                    <a:pt x="3229602" y="1053182"/>
                  </a:cubicBezTo>
                  <a:cubicBezTo>
                    <a:pt x="3211497" y="1075482"/>
                    <a:pt x="3184390" y="1076958"/>
                    <a:pt x="3171091" y="1071498"/>
                  </a:cubicBezTo>
                  <a:cubicBezTo>
                    <a:pt x="3157791" y="1066054"/>
                    <a:pt x="3159923" y="1053182"/>
                    <a:pt x="3159923" y="1036818"/>
                  </a:cubicBezTo>
                  <a:cubicBezTo>
                    <a:pt x="3159923" y="1020453"/>
                    <a:pt x="3156742" y="998661"/>
                    <a:pt x="3159415" y="972901"/>
                  </a:cubicBezTo>
                  <a:cubicBezTo>
                    <a:pt x="3162055" y="947141"/>
                    <a:pt x="3169484" y="949109"/>
                    <a:pt x="3197706" y="932269"/>
                  </a:cubicBezTo>
                  <a:cubicBezTo>
                    <a:pt x="3225912" y="915429"/>
                    <a:pt x="3226469" y="916413"/>
                    <a:pt x="3233390" y="905509"/>
                  </a:cubicBezTo>
                  <a:cubicBezTo>
                    <a:pt x="3240244" y="894621"/>
                    <a:pt x="3260497" y="879257"/>
                    <a:pt x="3272189" y="869337"/>
                  </a:cubicBezTo>
                  <a:cubicBezTo>
                    <a:pt x="3283914" y="859433"/>
                    <a:pt x="3304167" y="821769"/>
                    <a:pt x="3314760" y="795025"/>
                  </a:cubicBezTo>
                  <a:cubicBezTo>
                    <a:pt x="3325452" y="768281"/>
                    <a:pt x="3345098" y="751917"/>
                    <a:pt x="3364219" y="723172"/>
                  </a:cubicBezTo>
                  <a:cubicBezTo>
                    <a:pt x="3383422" y="694461"/>
                    <a:pt x="3417449" y="669176"/>
                    <a:pt x="3461086" y="650844"/>
                  </a:cubicBezTo>
                  <a:cubicBezTo>
                    <a:pt x="3504723" y="632529"/>
                    <a:pt x="3497278" y="630528"/>
                    <a:pt x="3507364" y="616164"/>
                  </a:cubicBezTo>
                  <a:cubicBezTo>
                    <a:pt x="3517514" y="601800"/>
                    <a:pt x="3521762" y="610212"/>
                    <a:pt x="3538800" y="606752"/>
                  </a:cubicBezTo>
                  <a:cubicBezTo>
                    <a:pt x="3555838" y="603293"/>
                    <a:pt x="3553165" y="606752"/>
                    <a:pt x="3536127" y="623592"/>
                  </a:cubicBezTo>
                  <a:cubicBezTo>
                    <a:pt x="3519089" y="640449"/>
                    <a:pt x="3511660" y="658272"/>
                    <a:pt x="3526009" y="644892"/>
                  </a:cubicBezTo>
                  <a:cubicBezTo>
                    <a:pt x="3540374" y="631512"/>
                    <a:pt x="3551509" y="615656"/>
                    <a:pt x="3573861" y="616656"/>
                  </a:cubicBezTo>
                  <a:cubicBezTo>
                    <a:pt x="3596245" y="617657"/>
                    <a:pt x="3587193" y="616656"/>
                    <a:pt x="3608987" y="626577"/>
                  </a:cubicBezTo>
                  <a:cubicBezTo>
                    <a:pt x="3630863" y="636480"/>
                    <a:pt x="3634552" y="637464"/>
                    <a:pt x="3622319" y="645401"/>
                  </a:cubicBezTo>
                  <a:cubicBezTo>
                    <a:pt x="3610052" y="653320"/>
                    <a:pt x="3589308" y="651353"/>
                    <a:pt x="3589308" y="651353"/>
                  </a:cubicBezTo>
                  <a:cubicBezTo>
                    <a:pt x="3589308" y="651353"/>
                    <a:pt x="3596228" y="667684"/>
                    <a:pt x="3616465" y="670177"/>
                  </a:cubicBezTo>
                  <a:cubicBezTo>
                    <a:pt x="3636684" y="672653"/>
                    <a:pt x="3647819" y="654321"/>
                    <a:pt x="3661168" y="661257"/>
                  </a:cubicBezTo>
                  <a:cubicBezTo>
                    <a:pt x="3674467" y="668193"/>
                    <a:pt x="3678206" y="673128"/>
                    <a:pt x="3660101" y="671652"/>
                  </a:cubicBezTo>
                  <a:cubicBezTo>
                    <a:pt x="3641997" y="670177"/>
                    <a:pt x="3636700" y="681556"/>
                    <a:pt x="3659036" y="689476"/>
                  </a:cubicBezTo>
                  <a:cubicBezTo>
                    <a:pt x="3681387" y="697412"/>
                    <a:pt x="3683470" y="698396"/>
                    <a:pt x="3712774" y="702364"/>
                  </a:cubicBezTo>
                  <a:cubicBezTo>
                    <a:pt x="3742013" y="706332"/>
                    <a:pt x="3754837" y="727632"/>
                    <a:pt x="3777140" y="737061"/>
                  </a:cubicBezTo>
                  <a:cubicBezTo>
                    <a:pt x="3799491" y="746473"/>
                    <a:pt x="3825565" y="738537"/>
                    <a:pt x="3818136" y="758869"/>
                  </a:cubicBezTo>
                  <a:cubicBezTo>
                    <a:pt x="3810708" y="779169"/>
                    <a:pt x="3823958" y="798993"/>
                    <a:pt x="3785126" y="808405"/>
                  </a:cubicBezTo>
                  <a:cubicBezTo>
                    <a:pt x="3746293" y="817817"/>
                    <a:pt x="3747359" y="805437"/>
                    <a:pt x="3714939" y="795500"/>
                  </a:cubicBezTo>
                  <a:cubicBezTo>
                    <a:pt x="3682437" y="785613"/>
                    <a:pt x="3659577" y="775693"/>
                    <a:pt x="3659577" y="775693"/>
                  </a:cubicBezTo>
                  <a:cubicBezTo>
                    <a:pt x="3659577" y="775693"/>
                    <a:pt x="3668071" y="787105"/>
                    <a:pt x="3682945" y="800961"/>
                  </a:cubicBezTo>
                  <a:cubicBezTo>
                    <a:pt x="3697819" y="814833"/>
                    <a:pt x="3699458" y="827704"/>
                    <a:pt x="3697819" y="852972"/>
                  </a:cubicBezTo>
                  <a:cubicBezTo>
                    <a:pt x="3696244" y="878240"/>
                    <a:pt x="3689324" y="885193"/>
                    <a:pt x="3714923" y="897556"/>
                  </a:cubicBezTo>
                  <a:cubicBezTo>
                    <a:pt x="3740455" y="909953"/>
                    <a:pt x="3736716" y="906460"/>
                    <a:pt x="3744670" y="904492"/>
                  </a:cubicBezTo>
                  <a:cubicBezTo>
                    <a:pt x="3752656" y="902508"/>
                    <a:pt x="3765955" y="900032"/>
                    <a:pt x="3762774" y="896048"/>
                  </a:cubicBezTo>
                  <a:cubicBezTo>
                    <a:pt x="3759593" y="892096"/>
                    <a:pt x="3756920" y="884668"/>
                    <a:pt x="3748409" y="880700"/>
                  </a:cubicBezTo>
                  <a:cubicBezTo>
                    <a:pt x="3739865" y="876732"/>
                    <a:pt x="3739357" y="867320"/>
                    <a:pt x="3747900" y="862843"/>
                  </a:cubicBezTo>
                  <a:cubicBezTo>
                    <a:pt x="3756362" y="858400"/>
                    <a:pt x="3764348" y="866812"/>
                    <a:pt x="3782994" y="865828"/>
                  </a:cubicBezTo>
                  <a:cubicBezTo>
                    <a:pt x="3801639" y="864828"/>
                    <a:pt x="3782994" y="858892"/>
                    <a:pt x="3792013" y="849480"/>
                  </a:cubicBezTo>
                  <a:cubicBezTo>
                    <a:pt x="3801098" y="840068"/>
                    <a:pt x="3801656" y="824212"/>
                    <a:pt x="3823450" y="815784"/>
                  </a:cubicBezTo>
                  <a:cubicBezTo>
                    <a:pt x="3845244" y="807355"/>
                    <a:pt x="3868661" y="819752"/>
                    <a:pt x="3874548" y="810340"/>
                  </a:cubicBezTo>
                  <a:cubicBezTo>
                    <a:pt x="3880370" y="800928"/>
                    <a:pt x="3886749" y="790024"/>
                    <a:pt x="3874548" y="775643"/>
                  </a:cubicBezTo>
                  <a:cubicBezTo>
                    <a:pt x="3862282" y="761279"/>
                    <a:pt x="3852672" y="756344"/>
                    <a:pt x="3860117" y="749391"/>
                  </a:cubicBezTo>
                  <a:cubicBezTo>
                    <a:pt x="3867546" y="742455"/>
                    <a:pt x="3882502" y="724140"/>
                    <a:pt x="3889422" y="734536"/>
                  </a:cubicBezTo>
                  <a:cubicBezTo>
                    <a:pt x="3896342" y="744931"/>
                    <a:pt x="3913889" y="756344"/>
                    <a:pt x="3891554" y="754360"/>
                  </a:cubicBezTo>
                  <a:cubicBezTo>
                    <a:pt x="3869218" y="752376"/>
                    <a:pt x="3884584" y="787548"/>
                    <a:pt x="3904853" y="785564"/>
                  </a:cubicBezTo>
                  <a:cubicBezTo>
                    <a:pt x="3925073" y="783580"/>
                    <a:pt x="3923466" y="777152"/>
                    <a:pt x="3939979" y="769216"/>
                  </a:cubicBezTo>
                  <a:cubicBezTo>
                    <a:pt x="3956460" y="761279"/>
                    <a:pt x="3988929" y="735028"/>
                    <a:pt x="4011789" y="727091"/>
                  </a:cubicBezTo>
                  <a:cubicBezTo>
                    <a:pt x="4034682" y="719188"/>
                    <a:pt x="4039454" y="721156"/>
                    <a:pt x="4048506" y="725124"/>
                  </a:cubicBezTo>
                  <a:cubicBezTo>
                    <a:pt x="4057558" y="729075"/>
                    <a:pt x="4057558" y="736503"/>
                    <a:pt x="4082583" y="731568"/>
                  </a:cubicBezTo>
                  <a:cubicBezTo>
                    <a:pt x="4107574" y="726599"/>
                    <a:pt x="4115003" y="720664"/>
                    <a:pt x="4138453" y="716679"/>
                  </a:cubicBezTo>
                  <a:cubicBezTo>
                    <a:pt x="4161870" y="712727"/>
                    <a:pt x="4136879" y="725124"/>
                    <a:pt x="4147505" y="728567"/>
                  </a:cubicBezTo>
                  <a:cubicBezTo>
                    <a:pt x="4158164" y="732043"/>
                    <a:pt x="4159198" y="735028"/>
                    <a:pt x="4167184" y="729567"/>
                  </a:cubicBezTo>
                  <a:cubicBezTo>
                    <a:pt x="4175203" y="724123"/>
                    <a:pt x="4200736" y="715203"/>
                    <a:pt x="4189060" y="706267"/>
                  </a:cubicBezTo>
                  <a:cubicBezTo>
                    <a:pt x="4177302" y="697363"/>
                    <a:pt x="4168807" y="691411"/>
                    <a:pt x="4168807" y="691411"/>
                  </a:cubicBezTo>
                  <a:cubicBezTo>
                    <a:pt x="4168807" y="691411"/>
                    <a:pt x="4177302" y="672587"/>
                    <a:pt x="4199653" y="674079"/>
                  </a:cubicBezTo>
                  <a:cubicBezTo>
                    <a:pt x="4222005" y="675555"/>
                    <a:pt x="4256032" y="696363"/>
                    <a:pt x="4277908" y="711235"/>
                  </a:cubicBezTo>
                  <a:cubicBezTo>
                    <a:pt x="4299702" y="726107"/>
                    <a:pt x="4326301" y="757803"/>
                    <a:pt x="4326301" y="757803"/>
                  </a:cubicBezTo>
                  <a:cubicBezTo>
                    <a:pt x="4326301" y="757803"/>
                    <a:pt x="4335861" y="741455"/>
                    <a:pt x="4327842" y="714203"/>
                  </a:cubicBezTo>
                  <a:cubicBezTo>
                    <a:pt x="4319889" y="686951"/>
                    <a:pt x="4299702" y="693395"/>
                    <a:pt x="4299702" y="667635"/>
                  </a:cubicBezTo>
                  <a:cubicBezTo>
                    <a:pt x="4299702" y="641875"/>
                    <a:pt x="4281024" y="648811"/>
                    <a:pt x="4287436" y="630479"/>
                  </a:cubicBezTo>
                  <a:cubicBezTo>
                    <a:pt x="4293848" y="612164"/>
                    <a:pt x="4311903" y="605211"/>
                    <a:pt x="4316708" y="581911"/>
                  </a:cubicBezTo>
                  <a:cubicBezTo>
                    <a:pt x="4321513" y="558643"/>
                    <a:pt x="4325760" y="539311"/>
                    <a:pt x="4342273" y="539311"/>
                  </a:cubicBezTo>
                  <a:cubicBezTo>
                    <a:pt x="4358721" y="539311"/>
                    <a:pt x="4394372" y="544263"/>
                    <a:pt x="4394372" y="544263"/>
                  </a:cubicBezTo>
                  <a:cubicBezTo>
                    <a:pt x="4394372" y="544263"/>
                    <a:pt x="4394372" y="565563"/>
                    <a:pt x="4381106" y="597275"/>
                  </a:cubicBezTo>
                  <a:cubicBezTo>
                    <a:pt x="4367806" y="628987"/>
                    <a:pt x="4388026" y="632463"/>
                    <a:pt x="4384844" y="671095"/>
                  </a:cubicBezTo>
                  <a:cubicBezTo>
                    <a:pt x="4381663" y="709743"/>
                    <a:pt x="4381106" y="714695"/>
                    <a:pt x="4390125" y="723615"/>
                  </a:cubicBezTo>
                  <a:cubicBezTo>
                    <a:pt x="4399177" y="732535"/>
                    <a:pt x="4416248" y="743456"/>
                    <a:pt x="4409836" y="760279"/>
                  </a:cubicBezTo>
                  <a:cubicBezTo>
                    <a:pt x="4403457" y="777135"/>
                    <a:pt x="4400243" y="787531"/>
                    <a:pt x="4376317" y="796943"/>
                  </a:cubicBezTo>
                  <a:cubicBezTo>
                    <a:pt x="4352392" y="806355"/>
                    <a:pt x="4322054" y="800911"/>
                    <a:pt x="4333188" y="808339"/>
                  </a:cubicBezTo>
                  <a:cubicBezTo>
                    <a:pt x="4344405" y="815751"/>
                    <a:pt x="4358721" y="822211"/>
                    <a:pt x="4374694" y="824687"/>
                  </a:cubicBezTo>
                  <a:cubicBezTo>
                    <a:pt x="4390666" y="827163"/>
                    <a:pt x="4382680" y="823703"/>
                    <a:pt x="4395471" y="813291"/>
                  </a:cubicBezTo>
                  <a:cubicBezTo>
                    <a:pt x="4408229" y="802895"/>
                    <a:pt x="4436943" y="782087"/>
                    <a:pt x="4435877" y="772167"/>
                  </a:cubicBezTo>
                  <a:cubicBezTo>
                    <a:pt x="4434861" y="762280"/>
                    <a:pt x="4419397" y="746915"/>
                    <a:pt x="4430023" y="739471"/>
                  </a:cubicBezTo>
                  <a:cubicBezTo>
                    <a:pt x="4440715" y="732060"/>
                    <a:pt x="4444897" y="720664"/>
                    <a:pt x="4461427" y="730076"/>
                  </a:cubicBezTo>
                  <a:cubicBezTo>
                    <a:pt x="4477940" y="739471"/>
                    <a:pt x="4493880" y="774660"/>
                    <a:pt x="4493880" y="773167"/>
                  </a:cubicBezTo>
                  <a:cubicBezTo>
                    <a:pt x="4493880" y="771692"/>
                    <a:pt x="4490731" y="738487"/>
                    <a:pt x="4471020" y="718680"/>
                  </a:cubicBezTo>
                  <a:cubicBezTo>
                    <a:pt x="4451309" y="698855"/>
                    <a:pt x="4418888" y="717679"/>
                    <a:pt x="4418888" y="700348"/>
                  </a:cubicBezTo>
                  <a:cubicBezTo>
                    <a:pt x="4418888" y="682999"/>
                    <a:pt x="4427940" y="659207"/>
                    <a:pt x="4425776" y="640399"/>
                  </a:cubicBezTo>
                  <a:cubicBezTo>
                    <a:pt x="4423611" y="621575"/>
                    <a:pt x="4416248" y="602735"/>
                    <a:pt x="4428449" y="586387"/>
                  </a:cubicBezTo>
                  <a:cubicBezTo>
                    <a:pt x="4440715" y="570023"/>
                    <a:pt x="4441240" y="557151"/>
                    <a:pt x="4441240" y="557151"/>
                  </a:cubicBezTo>
                  <a:cubicBezTo>
                    <a:pt x="4441240" y="557151"/>
                    <a:pt x="4446553" y="572515"/>
                    <a:pt x="4442306" y="591847"/>
                  </a:cubicBezTo>
                  <a:cubicBezTo>
                    <a:pt x="4438059" y="611163"/>
                    <a:pt x="4444470" y="622559"/>
                    <a:pt x="4453473" y="622559"/>
                  </a:cubicBezTo>
                  <a:cubicBezTo>
                    <a:pt x="4462525" y="622559"/>
                    <a:pt x="4502932" y="623068"/>
                    <a:pt x="4481138" y="616607"/>
                  </a:cubicBezTo>
                  <a:cubicBezTo>
                    <a:pt x="4459344" y="610163"/>
                    <a:pt x="4452965" y="604227"/>
                    <a:pt x="4474759" y="592339"/>
                  </a:cubicBezTo>
                  <a:cubicBezTo>
                    <a:pt x="4496553" y="580451"/>
                    <a:pt x="4495503" y="588355"/>
                    <a:pt x="4527399" y="595799"/>
                  </a:cubicBezTo>
                  <a:cubicBezTo>
                    <a:pt x="4559344" y="603227"/>
                    <a:pt x="4566789" y="608687"/>
                    <a:pt x="4577448" y="608179"/>
                  </a:cubicBezTo>
                  <a:cubicBezTo>
                    <a:pt x="4588074" y="607703"/>
                    <a:pt x="4586500" y="606687"/>
                    <a:pt x="4582728" y="597275"/>
                  </a:cubicBezTo>
                  <a:cubicBezTo>
                    <a:pt x="4579104" y="587863"/>
                    <a:pt x="4574234" y="581419"/>
                    <a:pt x="4564116" y="574991"/>
                  </a:cubicBezTo>
                  <a:cubicBezTo>
                    <a:pt x="4553998" y="568547"/>
                    <a:pt x="4547160" y="576467"/>
                    <a:pt x="4543929" y="566563"/>
                  </a:cubicBezTo>
                  <a:cubicBezTo>
                    <a:pt x="4540747" y="556659"/>
                    <a:pt x="4534877" y="531883"/>
                    <a:pt x="4532204" y="522471"/>
                  </a:cubicBezTo>
                  <a:cubicBezTo>
                    <a:pt x="4529563" y="513059"/>
                    <a:pt x="4540223" y="520487"/>
                    <a:pt x="4557195" y="520487"/>
                  </a:cubicBezTo>
                  <a:cubicBezTo>
                    <a:pt x="4574234" y="520487"/>
                    <a:pt x="4620544" y="518011"/>
                    <a:pt x="4656178" y="517011"/>
                  </a:cubicBezTo>
                  <a:cubicBezTo>
                    <a:pt x="4691829" y="516010"/>
                    <a:pt x="4656769" y="478854"/>
                    <a:pt x="4654047" y="452603"/>
                  </a:cubicBezTo>
                  <a:cubicBezTo>
                    <a:pt x="4651373" y="426351"/>
                    <a:pt x="4720019" y="425350"/>
                    <a:pt x="4753554" y="420415"/>
                  </a:cubicBezTo>
                  <a:cubicBezTo>
                    <a:pt x="4787073" y="415447"/>
                    <a:pt x="4825906" y="416955"/>
                    <a:pt x="4888696" y="402066"/>
                  </a:cubicBezTo>
                  <a:cubicBezTo>
                    <a:pt x="4951487" y="387211"/>
                    <a:pt x="4911048" y="389687"/>
                    <a:pt x="4920100" y="371863"/>
                  </a:cubicBezTo>
                  <a:cubicBezTo>
                    <a:pt x="4929185" y="354006"/>
                    <a:pt x="4944567" y="351038"/>
                    <a:pt x="4963179" y="351038"/>
                  </a:cubicBezTo>
                  <a:cubicBezTo>
                    <a:pt x="4981792" y="351038"/>
                    <a:pt x="4998863" y="354482"/>
                    <a:pt x="4991943" y="356958"/>
                  </a:cubicBezTo>
                  <a:cubicBezTo>
                    <a:pt x="4985022" y="359450"/>
                    <a:pt x="4964245" y="369846"/>
                    <a:pt x="4996748" y="376798"/>
                  </a:cubicBezTo>
                  <a:cubicBezTo>
                    <a:pt x="5029201" y="383751"/>
                    <a:pt x="5020674" y="383226"/>
                    <a:pt x="5003668" y="389178"/>
                  </a:cubicBezTo>
                  <a:cubicBezTo>
                    <a:pt x="4986630" y="395114"/>
                    <a:pt x="5000995" y="406018"/>
                    <a:pt x="5033973" y="406018"/>
                  </a:cubicBezTo>
                  <a:cubicBezTo>
                    <a:pt x="5066951" y="406018"/>
                    <a:pt x="5047272" y="403050"/>
                    <a:pt x="5041926" y="392163"/>
                  </a:cubicBezTo>
                  <a:cubicBezTo>
                    <a:pt x="5036646" y="381258"/>
                    <a:pt x="5046764" y="385210"/>
                    <a:pt x="5073871" y="389670"/>
                  </a:cubicBezTo>
                  <a:cubicBezTo>
                    <a:pt x="5101011" y="394114"/>
                    <a:pt x="5111687" y="398590"/>
                    <a:pt x="5126560" y="412446"/>
                  </a:cubicBezTo>
                  <a:cubicBezTo>
                    <a:pt x="5141434" y="426334"/>
                    <a:pt x="5144107" y="422874"/>
                    <a:pt x="5149453" y="442190"/>
                  </a:cubicBezTo>
                  <a:cubicBezTo>
                    <a:pt x="5154766" y="461506"/>
                    <a:pt x="5148945" y="458538"/>
                    <a:pt x="5126036" y="476362"/>
                  </a:cubicBezTo>
                  <a:cubicBezTo>
                    <a:pt x="5103110" y="494202"/>
                    <a:pt x="5089335" y="494202"/>
                    <a:pt x="5056324" y="515027"/>
                  </a:cubicBezTo>
                  <a:cubicBezTo>
                    <a:pt x="5023314" y="535835"/>
                    <a:pt x="5031300" y="546739"/>
                    <a:pt x="5013245" y="560594"/>
                  </a:cubicBezTo>
                  <a:cubicBezTo>
                    <a:pt x="4995141" y="574466"/>
                    <a:pt x="4999912" y="570515"/>
                    <a:pt x="5038237" y="560594"/>
                  </a:cubicBezTo>
                  <a:cubicBezTo>
                    <a:pt x="5076560" y="550690"/>
                    <a:pt x="5097288" y="544246"/>
                    <a:pt x="5117032" y="546230"/>
                  </a:cubicBezTo>
                  <a:cubicBezTo>
                    <a:pt x="5136662" y="548215"/>
                    <a:pt x="5146271" y="555642"/>
                    <a:pt x="5161145" y="555642"/>
                  </a:cubicBezTo>
                  <a:cubicBezTo>
                    <a:pt x="5176052" y="555642"/>
                    <a:pt x="5160112" y="558118"/>
                    <a:pt x="5206947" y="558118"/>
                  </a:cubicBezTo>
                  <a:cubicBezTo>
                    <a:pt x="5253732" y="558118"/>
                    <a:pt x="5246812" y="558118"/>
                    <a:pt x="5229774" y="571498"/>
                  </a:cubicBezTo>
                  <a:cubicBezTo>
                    <a:pt x="5212736" y="584862"/>
                    <a:pt x="5233005" y="588830"/>
                    <a:pt x="5253732" y="588830"/>
                  </a:cubicBezTo>
                  <a:cubicBezTo>
                    <a:pt x="5274509" y="588830"/>
                    <a:pt x="5300042" y="589831"/>
                    <a:pt x="5319196" y="586863"/>
                  </a:cubicBezTo>
                  <a:cubicBezTo>
                    <a:pt x="5338350" y="583878"/>
                    <a:pt x="5321836" y="569514"/>
                    <a:pt x="5344729" y="568514"/>
                  </a:cubicBezTo>
                  <a:cubicBezTo>
                    <a:pt x="5367589" y="567530"/>
                    <a:pt x="5375034" y="565530"/>
                    <a:pt x="5399501" y="565530"/>
                  </a:cubicBezTo>
                  <a:cubicBezTo>
                    <a:pt x="5423968" y="565530"/>
                    <a:pt x="5416539" y="575434"/>
                    <a:pt x="5425034" y="584370"/>
                  </a:cubicBezTo>
                  <a:cubicBezTo>
                    <a:pt x="5433561" y="593274"/>
                    <a:pt x="5445253" y="599226"/>
                    <a:pt x="5437300" y="617066"/>
                  </a:cubicBezTo>
                  <a:cubicBezTo>
                    <a:pt x="5429347" y="634906"/>
                    <a:pt x="5425034" y="635398"/>
                    <a:pt x="5429822" y="659666"/>
                  </a:cubicBezTo>
                  <a:cubicBezTo>
                    <a:pt x="5434627" y="683934"/>
                    <a:pt x="5446893" y="687410"/>
                    <a:pt x="5461767" y="691870"/>
                  </a:cubicBezTo>
                  <a:cubicBezTo>
                    <a:pt x="5476641" y="696347"/>
                    <a:pt x="5476641" y="670078"/>
                    <a:pt x="5491039" y="661158"/>
                  </a:cubicBezTo>
                  <a:cubicBezTo>
                    <a:pt x="5505404" y="652238"/>
                    <a:pt x="5508585" y="678982"/>
                    <a:pt x="5525115" y="675030"/>
                  </a:cubicBezTo>
                  <a:cubicBezTo>
                    <a:pt x="5541645" y="671062"/>
                    <a:pt x="5560208" y="673046"/>
                    <a:pt x="5574574" y="677490"/>
                  </a:cubicBezTo>
                  <a:cubicBezTo>
                    <a:pt x="5588939" y="681983"/>
                    <a:pt x="5601173" y="684442"/>
                    <a:pt x="5621392" y="679982"/>
                  </a:cubicBezTo>
                  <a:cubicBezTo>
                    <a:pt x="5641612" y="675522"/>
                    <a:pt x="5635249" y="667602"/>
                    <a:pt x="5628313" y="655222"/>
                  </a:cubicBezTo>
                  <a:cubicBezTo>
                    <a:pt x="5621392" y="642826"/>
                    <a:pt x="5620884" y="643826"/>
                    <a:pt x="5633626" y="630938"/>
                  </a:cubicBezTo>
                  <a:cubicBezTo>
                    <a:pt x="5646417" y="618050"/>
                    <a:pt x="5654911" y="624494"/>
                    <a:pt x="5696417" y="635382"/>
                  </a:cubicBezTo>
                  <a:cubicBezTo>
                    <a:pt x="5737922" y="646286"/>
                    <a:pt x="5724622" y="646286"/>
                    <a:pt x="5748040" y="652730"/>
                  </a:cubicBezTo>
                  <a:cubicBezTo>
                    <a:pt x="5771441" y="659158"/>
                    <a:pt x="5763979" y="657698"/>
                    <a:pt x="5799614" y="674046"/>
                  </a:cubicBezTo>
                  <a:cubicBezTo>
                    <a:pt x="5835265" y="690394"/>
                    <a:pt x="5828410" y="709710"/>
                    <a:pt x="5844858" y="720106"/>
                  </a:cubicBezTo>
                  <a:cubicBezTo>
                    <a:pt x="5861339" y="730502"/>
                    <a:pt x="5862405" y="720106"/>
                    <a:pt x="5895416" y="717155"/>
                  </a:cubicBezTo>
                  <a:cubicBezTo>
                    <a:pt x="5928393" y="714170"/>
                    <a:pt x="5927836" y="721106"/>
                    <a:pt x="5964061" y="730518"/>
                  </a:cubicBezTo>
                  <a:cubicBezTo>
                    <a:pt x="6000220" y="739930"/>
                    <a:pt x="5990627" y="751818"/>
                    <a:pt x="5990627" y="762247"/>
                  </a:cubicBezTo>
                  <a:cubicBezTo>
                    <a:pt x="5990627" y="772643"/>
                    <a:pt x="5980509" y="780579"/>
                    <a:pt x="6002893" y="785514"/>
                  </a:cubicBezTo>
                  <a:cubicBezTo>
                    <a:pt x="6025195" y="790466"/>
                    <a:pt x="6034280" y="794926"/>
                    <a:pt x="6053417" y="789974"/>
                  </a:cubicBezTo>
                  <a:cubicBezTo>
                    <a:pt x="6072571" y="785023"/>
                    <a:pt x="6055582" y="794926"/>
                    <a:pt x="6098153" y="795402"/>
                  </a:cubicBezTo>
                  <a:cubicBezTo>
                    <a:pt x="6140659" y="795927"/>
                    <a:pt x="6126359" y="790466"/>
                    <a:pt x="6139117" y="799386"/>
                  </a:cubicBezTo>
                  <a:cubicBezTo>
                    <a:pt x="6151876" y="808307"/>
                    <a:pt x="6155090" y="826130"/>
                    <a:pt x="6175785" y="824163"/>
                  </a:cubicBezTo>
                  <a:cubicBezTo>
                    <a:pt x="6196513" y="822179"/>
                    <a:pt x="6194988" y="822670"/>
                    <a:pt x="6186477" y="804338"/>
                  </a:cubicBezTo>
                  <a:cubicBezTo>
                    <a:pt x="6177933" y="786006"/>
                    <a:pt x="6172637" y="783022"/>
                    <a:pt x="6184870" y="783530"/>
                  </a:cubicBezTo>
                  <a:cubicBezTo>
                    <a:pt x="6197103" y="784022"/>
                    <a:pt x="6222128" y="789483"/>
                    <a:pt x="6268405" y="796894"/>
                  </a:cubicBezTo>
                  <a:cubicBezTo>
                    <a:pt x="6314715" y="804322"/>
                    <a:pt x="6316257" y="812750"/>
                    <a:pt x="6354089" y="836542"/>
                  </a:cubicBezTo>
                  <a:cubicBezTo>
                    <a:pt x="6391855" y="860318"/>
                    <a:pt x="6402481" y="862286"/>
                    <a:pt x="6430146" y="883602"/>
                  </a:cubicBezTo>
                  <a:cubicBezTo>
                    <a:pt x="6440691" y="891703"/>
                    <a:pt x="6442790" y="894064"/>
                    <a:pt x="6443035" y="894654"/>
                  </a:cubicBezTo>
                  <a:cubicBezTo>
                    <a:pt x="6443724" y="894670"/>
                    <a:pt x="6446660" y="895507"/>
                    <a:pt x="6457286" y="900442"/>
                  </a:cubicBezTo>
                  <a:cubicBezTo>
                    <a:pt x="6487033" y="914331"/>
                    <a:pt x="6481753" y="909871"/>
                    <a:pt x="6507286" y="922251"/>
                  </a:cubicBezTo>
                  <a:cubicBezTo>
                    <a:pt x="6532786" y="934647"/>
                    <a:pt x="6554580" y="951979"/>
                    <a:pt x="6554580" y="951979"/>
                  </a:cubicBezTo>
                  <a:cubicBezTo>
                    <a:pt x="6554580" y="951979"/>
                    <a:pt x="6556335" y="954438"/>
                    <a:pt x="6537213" y="956439"/>
                  </a:cubicBezTo>
                  <a:close/>
                  <a:moveTo>
                    <a:pt x="4054721" y="1459980"/>
                  </a:moveTo>
                  <a:cubicBezTo>
                    <a:pt x="4054721" y="1459980"/>
                    <a:pt x="4051868" y="1463767"/>
                    <a:pt x="4066774" y="1451863"/>
                  </a:cubicBezTo>
                  <a:cubicBezTo>
                    <a:pt x="4081648" y="1439991"/>
                    <a:pt x="4059805" y="1451371"/>
                    <a:pt x="4051277" y="1448895"/>
                  </a:cubicBezTo>
                  <a:cubicBezTo>
                    <a:pt x="4042816" y="1446419"/>
                    <a:pt x="4040110" y="1442451"/>
                    <a:pt x="4042816" y="1431563"/>
                  </a:cubicBezTo>
                  <a:cubicBezTo>
                    <a:pt x="4045489" y="1420659"/>
                    <a:pt x="4041750" y="1420659"/>
                    <a:pt x="4032665" y="1406279"/>
                  </a:cubicBezTo>
                  <a:cubicBezTo>
                    <a:pt x="4032665" y="1406279"/>
                    <a:pt x="4027909" y="1403311"/>
                    <a:pt x="4017791" y="1409247"/>
                  </a:cubicBezTo>
                  <a:cubicBezTo>
                    <a:pt x="4007673" y="1415199"/>
                    <a:pt x="4001852" y="1403327"/>
                    <a:pt x="3989585" y="1407787"/>
                  </a:cubicBezTo>
                  <a:cubicBezTo>
                    <a:pt x="3977384" y="1412231"/>
                    <a:pt x="3964052" y="1410263"/>
                    <a:pt x="3956607" y="1428612"/>
                  </a:cubicBezTo>
                  <a:cubicBezTo>
                    <a:pt x="3949162" y="1446927"/>
                    <a:pt x="3940635" y="1435039"/>
                    <a:pt x="3937962" y="1449895"/>
                  </a:cubicBezTo>
                  <a:cubicBezTo>
                    <a:pt x="3935322" y="1464751"/>
                    <a:pt x="3912429" y="1472687"/>
                    <a:pt x="3912429" y="1472687"/>
                  </a:cubicBezTo>
                  <a:cubicBezTo>
                    <a:pt x="3912429" y="1472687"/>
                    <a:pt x="3921514" y="1481607"/>
                    <a:pt x="3928402" y="1490019"/>
                  </a:cubicBezTo>
                  <a:cubicBezTo>
                    <a:pt x="3935322" y="1498447"/>
                    <a:pt x="3930534" y="1493003"/>
                    <a:pt x="3937421" y="1520747"/>
                  </a:cubicBezTo>
                  <a:cubicBezTo>
                    <a:pt x="3944341" y="1548491"/>
                    <a:pt x="3949179" y="1546032"/>
                    <a:pt x="3958739" y="1549967"/>
                  </a:cubicBezTo>
                  <a:cubicBezTo>
                    <a:pt x="3968332" y="1553935"/>
                    <a:pt x="3983206" y="1563364"/>
                    <a:pt x="3983206" y="1563364"/>
                  </a:cubicBezTo>
                  <a:cubicBezTo>
                    <a:pt x="3983206" y="1563364"/>
                    <a:pt x="3974187" y="1557920"/>
                    <a:pt x="3974187" y="1572776"/>
                  </a:cubicBezTo>
                  <a:cubicBezTo>
                    <a:pt x="3974187" y="1587648"/>
                    <a:pt x="3959789" y="1598060"/>
                    <a:pt x="3961363" y="1619852"/>
                  </a:cubicBezTo>
                  <a:cubicBezTo>
                    <a:pt x="3962937" y="1641644"/>
                    <a:pt x="3941734" y="1661960"/>
                    <a:pt x="3958723" y="1663960"/>
                  </a:cubicBezTo>
                  <a:cubicBezTo>
                    <a:pt x="3975728" y="1665944"/>
                    <a:pt x="3970448" y="1673356"/>
                    <a:pt x="3989061" y="1678324"/>
                  </a:cubicBezTo>
                  <a:cubicBezTo>
                    <a:pt x="4007673" y="1683260"/>
                    <a:pt x="4018300" y="1686736"/>
                    <a:pt x="4045472" y="1686736"/>
                  </a:cubicBezTo>
                  <a:cubicBezTo>
                    <a:pt x="4072546" y="1686736"/>
                    <a:pt x="4057673" y="1676340"/>
                    <a:pt x="4053934" y="1660976"/>
                  </a:cubicBezTo>
                  <a:cubicBezTo>
                    <a:pt x="4050195" y="1645612"/>
                    <a:pt x="4048080" y="1635692"/>
                    <a:pt x="4047046" y="1618868"/>
                  </a:cubicBezTo>
                  <a:cubicBezTo>
                    <a:pt x="4045981" y="1602012"/>
                    <a:pt x="4039569" y="1606472"/>
                    <a:pt x="4035321" y="1596076"/>
                  </a:cubicBezTo>
                  <a:cubicBezTo>
                    <a:pt x="4031074" y="1585664"/>
                    <a:pt x="4037486" y="1579728"/>
                    <a:pt x="4050195" y="1579728"/>
                  </a:cubicBezTo>
                  <a:cubicBezTo>
                    <a:pt x="4062986" y="1579728"/>
                    <a:pt x="4064593" y="1579220"/>
                    <a:pt x="4057673" y="1567840"/>
                  </a:cubicBezTo>
                  <a:cubicBezTo>
                    <a:pt x="4050752" y="1556428"/>
                    <a:pt x="4055066" y="1551984"/>
                    <a:pt x="4046456" y="1547016"/>
                  </a:cubicBezTo>
                  <a:cubicBezTo>
                    <a:pt x="4037994" y="1542064"/>
                    <a:pt x="4034223" y="1563380"/>
                    <a:pt x="4034223" y="1563380"/>
                  </a:cubicBezTo>
                  <a:cubicBezTo>
                    <a:pt x="4034223" y="1563380"/>
                    <a:pt x="4028942" y="1558428"/>
                    <a:pt x="4031074" y="1537620"/>
                  </a:cubicBezTo>
                  <a:cubicBezTo>
                    <a:pt x="4033206" y="1516812"/>
                    <a:pt x="4034813" y="1526716"/>
                    <a:pt x="4028434" y="1522748"/>
                  </a:cubicBezTo>
                  <a:cubicBezTo>
                    <a:pt x="4022022" y="1518796"/>
                    <a:pt x="4018283" y="1523732"/>
                    <a:pt x="4009788" y="1509876"/>
                  </a:cubicBezTo>
                  <a:cubicBezTo>
                    <a:pt x="4001261" y="1496004"/>
                    <a:pt x="4008755" y="1498972"/>
                    <a:pt x="3998654" y="1482132"/>
                  </a:cubicBezTo>
                  <a:cubicBezTo>
                    <a:pt x="3988503" y="1465292"/>
                    <a:pt x="3993816" y="1474196"/>
                    <a:pt x="4004984" y="1474196"/>
                  </a:cubicBezTo>
                  <a:cubicBezTo>
                    <a:pt x="4016119" y="1474196"/>
                    <a:pt x="4010297" y="1471720"/>
                    <a:pt x="4004984" y="1466260"/>
                  </a:cubicBezTo>
                  <a:cubicBezTo>
                    <a:pt x="3999671" y="1460816"/>
                    <a:pt x="3995964" y="1452388"/>
                    <a:pt x="4010297" y="1453388"/>
                  </a:cubicBezTo>
                  <a:cubicBezTo>
                    <a:pt x="4024695" y="1454372"/>
                    <a:pt x="4043308" y="1457340"/>
                    <a:pt x="4050195" y="1457848"/>
                  </a:cubicBezTo>
                  <a:cubicBezTo>
                    <a:pt x="4057132" y="1458291"/>
                    <a:pt x="4054721" y="1459980"/>
                    <a:pt x="4054721" y="1459980"/>
                  </a:cubicBezTo>
                  <a:close/>
                  <a:moveTo>
                    <a:pt x="2069587" y="696593"/>
                  </a:moveTo>
                  <a:cubicBezTo>
                    <a:pt x="2064683" y="705053"/>
                    <a:pt x="2077933" y="715925"/>
                    <a:pt x="2087494" y="712547"/>
                  </a:cubicBezTo>
                  <a:cubicBezTo>
                    <a:pt x="2097087" y="709169"/>
                    <a:pt x="2100236" y="712908"/>
                    <a:pt x="2105697" y="708546"/>
                  </a:cubicBezTo>
                  <a:cubicBezTo>
                    <a:pt x="2111125" y="704217"/>
                    <a:pt x="2111633" y="697806"/>
                    <a:pt x="2105188" y="691526"/>
                  </a:cubicBezTo>
                  <a:cubicBezTo>
                    <a:pt x="2098711" y="685246"/>
                    <a:pt x="2101302" y="681556"/>
                    <a:pt x="2100236" y="680900"/>
                  </a:cubicBezTo>
                  <a:cubicBezTo>
                    <a:pt x="2088019" y="673407"/>
                    <a:pt x="2074572" y="688132"/>
                    <a:pt x="2069587" y="696593"/>
                  </a:cubicBezTo>
                  <a:close/>
                  <a:moveTo>
                    <a:pt x="4699947" y="150337"/>
                  </a:moveTo>
                  <a:cubicBezTo>
                    <a:pt x="4685516" y="150829"/>
                    <a:pt x="4669576" y="151337"/>
                    <a:pt x="4682908" y="155781"/>
                  </a:cubicBezTo>
                  <a:cubicBezTo>
                    <a:pt x="4696208" y="160241"/>
                    <a:pt x="4690862" y="182541"/>
                    <a:pt x="4716395" y="170161"/>
                  </a:cubicBezTo>
                  <a:cubicBezTo>
                    <a:pt x="4741927" y="157765"/>
                    <a:pt x="4736614" y="156765"/>
                    <a:pt x="4754194" y="149337"/>
                  </a:cubicBezTo>
                  <a:cubicBezTo>
                    <a:pt x="4771740" y="141909"/>
                    <a:pt x="4761589" y="145467"/>
                    <a:pt x="4740353" y="139925"/>
                  </a:cubicBezTo>
                  <a:cubicBezTo>
                    <a:pt x="4727054" y="136481"/>
                    <a:pt x="4714296" y="149862"/>
                    <a:pt x="4699947" y="150337"/>
                  </a:cubicBezTo>
                  <a:close/>
                </a:path>
              </a:pathLst>
            </a:custGeom>
            <a:solidFill>
              <a:schemeClr val="accent1">
                <a:alpha val="53000"/>
              </a:schemeClr>
            </a:solidFill>
            <a:ln w="1638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defRPr/>
              </a:pPr>
              <a:r>
                <a:rPr kumimoji="0" lang="en-GB" sz="1000" b="0" i="0" u="none" strike="noStrike" kern="0" cap="none" spc="1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Times New Roman" panose="02020603050405020304" charset="0"/>
                  <a:cs typeface="Shruti" panose="020B0502040204020203" pitchFamily="34" charset="0"/>
                </a:rPr>
                <a:t> </a:t>
              </a:r>
              <a:endParaRPr kumimoji="0" lang="en-IN" sz="1000" b="0" i="0" u="none" strike="noStrike" kern="0" cap="none" spc="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Times New Roman" panose="02020603050405020304" charset="0"/>
                <a:cs typeface="Shruti" panose="020B0502040204020203" pitchFamily="34" charset="0"/>
              </a:endParaRPr>
            </a:p>
          </p:txBody>
        </p:sp>
        <p:sp>
          <p:nvSpPr>
            <p:cNvPr id="80" name="Oval 79"/>
            <p:cNvSpPr/>
            <p:nvPr userDrawn="1"/>
          </p:nvSpPr>
          <p:spPr>
            <a:xfrm>
              <a:off x="6164006" y="3009268"/>
              <a:ext cx="503999" cy="503999"/>
            </a:xfrm>
            <a:prstGeom prst="ellipse">
              <a:avLst/>
            </a:prstGeom>
            <a:gradFill>
              <a:gsLst>
                <a:gs pos="0">
                  <a:srgbClr val="0070C0">
                    <a:alpha val="64219"/>
                  </a:srgbClr>
                </a:gs>
                <a:gs pos="100000">
                  <a:srgbClr val="867973">
                    <a:lumMod val="60000"/>
                    <a:lumOff val="40000"/>
                    <a:alpha val="47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81" name="Oval 80"/>
            <p:cNvSpPr/>
            <p:nvPr userDrawn="1"/>
          </p:nvSpPr>
          <p:spPr>
            <a:xfrm>
              <a:off x="6092005" y="2937267"/>
              <a:ext cx="648000" cy="648000"/>
            </a:xfrm>
            <a:prstGeom prst="ellipse">
              <a:avLst/>
            </a:prstGeom>
            <a:gradFill>
              <a:gsLst>
                <a:gs pos="0">
                  <a:srgbClr val="0070C0">
                    <a:alpha val="64219"/>
                  </a:srgbClr>
                </a:gs>
                <a:gs pos="100000">
                  <a:srgbClr val="867973">
                    <a:lumMod val="60000"/>
                    <a:lumOff val="40000"/>
                    <a:alpha val="47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82" name="Oval 81"/>
            <p:cNvSpPr/>
            <p:nvPr userDrawn="1"/>
          </p:nvSpPr>
          <p:spPr>
            <a:xfrm>
              <a:off x="6022038" y="2875823"/>
              <a:ext cx="787933" cy="787933"/>
            </a:xfrm>
            <a:prstGeom prst="ellipse">
              <a:avLst/>
            </a:prstGeom>
            <a:gradFill>
              <a:gsLst>
                <a:gs pos="0">
                  <a:srgbClr val="0070C0">
                    <a:alpha val="64219"/>
                  </a:srgbClr>
                </a:gs>
                <a:gs pos="100000">
                  <a:srgbClr val="867973">
                    <a:lumMod val="60000"/>
                    <a:lumOff val="40000"/>
                    <a:alpha val="47000"/>
                  </a:srgbClr>
                </a:gs>
              </a:gsLst>
              <a:path path="circle">
                <a:fillToRect l="100000" t="100000"/>
              </a:path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  <p:pic>
          <p:nvPicPr>
            <p:cNvPr id="83" name="Picture 82"/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7777" y="3144915"/>
              <a:ext cx="234041" cy="2327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" name="Group 83"/>
            <p:cNvGrpSpPr/>
            <p:nvPr userDrawn="1"/>
          </p:nvGrpSpPr>
          <p:grpSpPr>
            <a:xfrm>
              <a:off x="8270553" y="2867301"/>
              <a:ext cx="441712" cy="441712"/>
              <a:chOff x="7939002" y="3130959"/>
              <a:chExt cx="787933" cy="787933"/>
            </a:xfrm>
          </p:grpSpPr>
          <p:grpSp>
            <p:nvGrpSpPr>
              <p:cNvPr id="85" name="Group 84"/>
              <p:cNvGrpSpPr/>
              <p:nvPr/>
            </p:nvGrpSpPr>
            <p:grpSpPr>
              <a:xfrm>
                <a:off x="7939002" y="3130959"/>
                <a:ext cx="787933" cy="787933"/>
                <a:chOff x="4533258" y="4457547"/>
                <a:chExt cx="787933" cy="787933"/>
              </a:xfrm>
              <a:gradFill>
                <a:gsLst>
                  <a:gs pos="0">
                    <a:srgbClr val="0070C0">
                      <a:alpha val="64219"/>
                    </a:srgbClr>
                  </a:gs>
                  <a:gs pos="100000">
                    <a:srgbClr val="867973">
                      <a:lumMod val="60000"/>
                      <a:lumOff val="40000"/>
                      <a:alpha val="47000"/>
                    </a:srgbClr>
                  </a:gs>
                </a:gsLst>
                <a:path path="circle">
                  <a:fillToRect l="100000" t="100000"/>
                </a:path>
              </a:gradFill>
            </p:grpSpPr>
            <p:sp>
              <p:nvSpPr>
                <p:cNvPr id="87" name="Oval 86"/>
                <p:cNvSpPr/>
                <p:nvPr/>
              </p:nvSpPr>
              <p:spPr>
                <a:xfrm>
                  <a:off x="4675225" y="4599514"/>
                  <a:ext cx="503999" cy="50399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4603224" y="4527513"/>
                  <a:ext cx="648000" cy="648000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Oval 88"/>
                <p:cNvSpPr/>
                <p:nvPr/>
              </p:nvSpPr>
              <p:spPr>
                <a:xfrm>
                  <a:off x="4533258" y="4457547"/>
                  <a:ext cx="787933" cy="78793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86" name="Picture 85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740" y="3408573"/>
                <a:ext cx="234041" cy="232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" name="Group 89"/>
            <p:cNvGrpSpPr/>
            <p:nvPr userDrawn="1"/>
          </p:nvGrpSpPr>
          <p:grpSpPr>
            <a:xfrm>
              <a:off x="8760546" y="3526824"/>
              <a:ext cx="441712" cy="441712"/>
              <a:chOff x="7939002" y="3130959"/>
              <a:chExt cx="787933" cy="787933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7939002" y="3130959"/>
                <a:ext cx="787933" cy="787933"/>
                <a:chOff x="4533258" y="4457547"/>
                <a:chExt cx="787933" cy="787933"/>
              </a:xfrm>
              <a:gradFill>
                <a:gsLst>
                  <a:gs pos="0">
                    <a:srgbClr val="0070C0">
                      <a:alpha val="64219"/>
                    </a:srgbClr>
                  </a:gs>
                  <a:gs pos="100000">
                    <a:srgbClr val="867973">
                      <a:lumMod val="60000"/>
                      <a:lumOff val="40000"/>
                      <a:alpha val="47000"/>
                    </a:srgbClr>
                  </a:gs>
                </a:gsLst>
                <a:path path="circle">
                  <a:fillToRect l="100000" t="100000"/>
                </a:path>
              </a:gradFill>
            </p:grpSpPr>
            <p:sp>
              <p:nvSpPr>
                <p:cNvPr id="93" name="Oval 92"/>
                <p:cNvSpPr/>
                <p:nvPr/>
              </p:nvSpPr>
              <p:spPr>
                <a:xfrm>
                  <a:off x="4675225" y="4599514"/>
                  <a:ext cx="503999" cy="50399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4603224" y="4527513"/>
                  <a:ext cx="648000" cy="648000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Oval 94"/>
                <p:cNvSpPr/>
                <p:nvPr/>
              </p:nvSpPr>
              <p:spPr>
                <a:xfrm>
                  <a:off x="4533258" y="4457547"/>
                  <a:ext cx="787933" cy="78793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740" y="3408573"/>
                <a:ext cx="234041" cy="232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" name="Group 95"/>
            <p:cNvGrpSpPr/>
            <p:nvPr userDrawn="1"/>
          </p:nvGrpSpPr>
          <p:grpSpPr>
            <a:xfrm>
              <a:off x="9412518" y="3465317"/>
              <a:ext cx="441712" cy="441712"/>
              <a:chOff x="7939002" y="3130959"/>
              <a:chExt cx="787933" cy="787933"/>
            </a:xfrm>
          </p:grpSpPr>
          <p:grpSp>
            <p:nvGrpSpPr>
              <p:cNvPr id="97" name="Group 96"/>
              <p:cNvGrpSpPr/>
              <p:nvPr/>
            </p:nvGrpSpPr>
            <p:grpSpPr>
              <a:xfrm>
                <a:off x="7939002" y="3130959"/>
                <a:ext cx="787933" cy="787933"/>
                <a:chOff x="4533258" y="4457547"/>
                <a:chExt cx="787933" cy="787933"/>
              </a:xfrm>
              <a:gradFill>
                <a:gsLst>
                  <a:gs pos="0">
                    <a:srgbClr val="0070C0">
                      <a:alpha val="64219"/>
                    </a:srgbClr>
                  </a:gs>
                  <a:gs pos="100000">
                    <a:srgbClr val="867973">
                      <a:lumMod val="60000"/>
                      <a:lumOff val="40000"/>
                      <a:alpha val="47000"/>
                    </a:srgbClr>
                  </a:gs>
                </a:gsLst>
                <a:path path="circle">
                  <a:fillToRect l="100000" t="100000"/>
                </a:path>
              </a:gradFill>
            </p:grpSpPr>
            <p:sp>
              <p:nvSpPr>
                <p:cNvPr id="99" name="Oval 98"/>
                <p:cNvSpPr/>
                <p:nvPr/>
              </p:nvSpPr>
              <p:spPr>
                <a:xfrm>
                  <a:off x="4675225" y="4599514"/>
                  <a:ext cx="503999" cy="50399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>
                  <a:off x="4603224" y="4527513"/>
                  <a:ext cx="648000" cy="648000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/>
                <p:cNvSpPr/>
                <p:nvPr/>
              </p:nvSpPr>
              <p:spPr>
                <a:xfrm>
                  <a:off x="4533258" y="4457547"/>
                  <a:ext cx="787933" cy="78793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98" name="Picture 97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740" y="3408573"/>
                <a:ext cx="234041" cy="232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2" name="Group 101"/>
            <p:cNvGrpSpPr/>
            <p:nvPr userDrawn="1"/>
          </p:nvGrpSpPr>
          <p:grpSpPr>
            <a:xfrm>
              <a:off x="9605951" y="3943849"/>
              <a:ext cx="276800" cy="276800"/>
              <a:chOff x="7939002" y="3130959"/>
              <a:chExt cx="787933" cy="787933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7939002" y="3130959"/>
                <a:ext cx="787933" cy="787933"/>
                <a:chOff x="4533258" y="4457547"/>
                <a:chExt cx="787933" cy="787933"/>
              </a:xfrm>
              <a:gradFill>
                <a:gsLst>
                  <a:gs pos="0">
                    <a:srgbClr val="0070C0">
                      <a:alpha val="64219"/>
                    </a:srgbClr>
                  </a:gs>
                  <a:gs pos="100000">
                    <a:srgbClr val="867973">
                      <a:lumMod val="60000"/>
                      <a:lumOff val="40000"/>
                      <a:alpha val="47000"/>
                    </a:srgbClr>
                  </a:gs>
                </a:gsLst>
                <a:path path="circle">
                  <a:fillToRect l="100000" t="100000"/>
                </a:path>
              </a:gradFill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4675225" y="4599514"/>
                  <a:ext cx="503999" cy="50399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4603224" y="4527513"/>
                  <a:ext cx="648000" cy="648000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4533258" y="4457547"/>
                  <a:ext cx="787933" cy="78793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04" name="Picture 103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740" y="3408573"/>
                <a:ext cx="234041" cy="232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8" name="Group 107"/>
            <p:cNvGrpSpPr/>
            <p:nvPr userDrawn="1"/>
          </p:nvGrpSpPr>
          <p:grpSpPr>
            <a:xfrm>
              <a:off x="10408927" y="4486329"/>
              <a:ext cx="441712" cy="441712"/>
              <a:chOff x="7939002" y="3130959"/>
              <a:chExt cx="787933" cy="787933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7939002" y="3130959"/>
                <a:ext cx="787933" cy="787933"/>
                <a:chOff x="4533258" y="4457547"/>
                <a:chExt cx="787933" cy="787933"/>
              </a:xfrm>
              <a:gradFill>
                <a:gsLst>
                  <a:gs pos="0">
                    <a:srgbClr val="0070C0">
                      <a:alpha val="64219"/>
                    </a:srgbClr>
                  </a:gs>
                  <a:gs pos="100000">
                    <a:srgbClr val="867973">
                      <a:lumMod val="60000"/>
                      <a:lumOff val="40000"/>
                      <a:alpha val="47000"/>
                    </a:srgbClr>
                  </a:gs>
                </a:gsLst>
                <a:path path="circle">
                  <a:fillToRect l="100000" t="100000"/>
                </a:path>
              </a:gradFill>
            </p:grpSpPr>
            <p:sp>
              <p:nvSpPr>
                <p:cNvPr id="111" name="Oval 110"/>
                <p:cNvSpPr/>
                <p:nvPr/>
              </p:nvSpPr>
              <p:spPr>
                <a:xfrm>
                  <a:off x="4675225" y="4599514"/>
                  <a:ext cx="503999" cy="503999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Oval 111"/>
                <p:cNvSpPr/>
                <p:nvPr/>
              </p:nvSpPr>
              <p:spPr>
                <a:xfrm>
                  <a:off x="4603224" y="4527513"/>
                  <a:ext cx="648000" cy="648000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Oval 112"/>
                <p:cNvSpPr/>
                <p:nvPr/>
              </p:nvSpPr>
              <p:spPr>
                <a:xfrm>
                  <a:off x="4533258" y="4457547"/>
                  <a:ext cx="787933" cy="787933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10" name="Picture 109"/>
              <p:cNvPicPr>
                <a:picLocks noChangeAspect="1"/>
              </p:cNvPicPr>
              <p:nvPr/>
            </p:nvPicPr>
            <p:blipFill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4740" y="3408573"/>
                <a:ext cx="234041" cy="232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4" name="Picture 113"/>
          <p:cNvPicPr>
            <a:picLocks noChangeAspect="1"/>
          </p:cNvPicPr>
          <p:nvPr userDrawn="1"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077" y="663300"/>
            <a:ext cx="3469849" cy="508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7ED8C-FE5D-9A40-A71E-DF0A27D05B80}" type="datetimeFigureOut">
              <a:rPr lang="en-US" smtClean="0"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9DE1C-82ED-9A4A-B772-FED78CF7756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9464630" y="116632"/>
            <a:ext cx="2504077" cy="324000"/>
            <a:chOff x="8879408" y="89369"/>
            <a:chExt cx="3094630" cy="40041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6" cstate="hq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9408" y="172088"/>
              <a:ext cx="1387987" cy="203434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478550" y="158376"/>
              <a:ext cx="1495488" cy="331404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0364380" y="89369"/>
              <a:ext cx="0" cy="375105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-87549"/>
            <a:ext cx="12192000" cy="3068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1083536" y="783727"/>
            <a:ext cx="6467170" cy="1254504"/>
          </a:xfrm>
        </p:spPr>
        <p:txBody>
          <a:bodyPr anchor="t">
            <a:normAutofit/>
          </a:bodyPr>
          <a:lstStyle/>
          <a:p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Kubernetes on-premise installation process 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8634242" y="786011"/>
            <a:ext cx="3069853" cy="1160004"/>
            <a:chOff x="503239" y="1310903"/>
            <a:chExt cx="4679950" cy="1768411"/>
          </a:xfrm>
        </p:grpSpPr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22376" y="2422218"/>
              <a:ext cx="3241675" cy="65709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3601" y="1310903"/>
              <a:ext cx="3848100" cy="596900"/>
            </a:xfrm>
            <a:prstGeom prst="rect">
              <a:avLst/>
            </a:prstGeom>
          </p:spPr>
        </p:pic>
        <p:cxnSp>
          <p:nvCxnSpPr>
            <p:cNvPr id="42" name="Straight Connector 41"/>
            <p:cNvCxnSpPr/>
            <p:nvPr/>
          </p:nvCxnSpPr>
          <p:spPr>
            <a:xfrm>
              <a:off x="503239" y="2182094"/>
              <a:ext cx="467995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0" y="2880323"/>
            <a:ext cx="12192000" cy="4005061"/>
            <a:chOff x="0" y="2880323"/>
            <a:chExt cx="12192000" cy="4005061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6"/>
            <a:srcRect l="13131" t="39853" b="7844"/>
            <a:stretch>
              <a:fillRect/>
            </a:stretch>
          </p:blipFill>
          <p:spPr>
            <a:xfrm>
              <a:off x="0" y="2880323"/>
              <a:ext cx="10643098" cy="400506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10488488" y="2880323"/>
              <a:ext cx="1703512" cy="4005061"/>
            </a:xfrm>
            <a:prstGeom prst="rect">
              <a:avLst/>
            </a:prstGeom>
            <a:gradFill>
              <a:gsLst>
                <a:gs pos="0">
                  <a:srgbClr val="7A2226"/>
                </a:gs>
                <a:gs pos="100000">
                  <a:srgbClr val="67202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8760296" y="3974912"/>
            <a:ext cx="3168353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Roboto Medium" panose="02000000000000000000" pitchFamily="2" charset="0"/>
                <a:cs typeface="Calibri" panose="020F0502020204030204" pitchFamily="34" charset="0"/>
              </a:rPr>
              <a:t>Cybersecurity with an attacker’s mind and a defender’s brain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E9A8E2-2F70-C144-BDF2-6241EDBA191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1582d52f1ce_0_1"/>
          <p:cNvPicPr preferRelativeResize="0"/>
          <p:nvPr/>
        </p:nvPicPr>
        <p:blipFill rotWithShape="1">
          <a:blip r:embed="rId3"/>
          <a:srcRect l="43133"/>
          <a:stretch>
            <a:fillRect/>
          </a:stretch>
        </p:blipFill>
        <p:spPr>
          <a:xfrm>
            <a:off x="5916375" y="0"/>
            <a:ext cx="6275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1582d52f1ce_0_1"/>
          <p:cNvSpPr txBox="1"/>
          <p:nvPr/>
        </p:nvSpPr>
        <p:spPr>
          <a:xfrm>
            <a:off x="369301" y="1006644"/>
            <a:ext cx="29526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rgbClr val="0D5DDF"/>
                </a:solidFill>
                <a:latin typeface="Calibri" panose="020F0502020204030204" pitchFamily="34" charset="0"/>
                <a:ea typeface="Roboto Black"/>
                <a:cs typeface="Calibri" panose="020F0502020204030204" pitchFamily="34" charset="0"/>
                <a:sym typeface="Roboto Black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9301" y="1910492"/>
            <a:ext cx="4225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Script-overview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Practical-demo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doubts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7E6A9-8324-436E-956F-03109B8FBF08}"/>
              </a:ext>
            </a:extLst>
          </p:cNvPr>
          <p:cNvSpPr txBox="1"/>
          <p:nvPr/>
        </p:nvSpPr>
        <p:spPr>
          <a:xfrm>
            <a:off x="536642" y="394692"/>
            <a:ext cx="1111871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Script Overview:</a:t>
            </a:r>
            <a:br>
              <a:rPr lang="en-GB" b="1" dirty="0"/>
            </a:br>
            <a:br>
              <a:rPr lang="en-GB" dirty="0"/>
            </a:br>
            <a:r>
              <a:rPr lang="en-GB" b="1" dirty="0"/>
              <a:t>Script having – 5 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Master-prerequisite.sh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Worker-prerequisite.sh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Dynamic-allrounder.sh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Master-removal.sh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Woker-installation.sh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Worker-removal.sh</a:t>
            </a:r>
          </a:p>
          <a:p>
            <a:pPr lvl="1"/>
            <a:endParaRPr lang="en-GB" dirty="0"/>
          </a:p>
          <a:p>
            <a:r>
              <a:rPr lang="en-GB" b="1" dirty="0"/>
              <a:t>Installation method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 firstly we need to run Worker-prerequisite.sh on both worker nodes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Secondly run the Master-prerequisite.sh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Thirdly we need to copy 4 remains files (Dynamic-allrounder.sh ,Master-removal.sh, Woker-installation.sh and Worker-removal.sh 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And give all files execute permission</a:t>
            </a:r>
          </a:p>
          <a:p>
            <a:pPr lvl="1"/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49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BC4E8F-D211-4ADF-9D35-FAC9C3A7405E}"/>
              </a:ext>
            </a:extLst>
          </p:cNvPr>
          <p:cNvSpPr txBox="1"/>
          <p:nvPr/>
        </p:nvSpPr>
        <p:spPr>
          <a:xfrm>
            <a:off x="3314700" y="2908300"/>
            <a:ext cx="1022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Questions and answers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20130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102</Words>
  <Application>Microsoft Office PowerPoint</Application>
  <PresentationFormat>Widescreen</PresentationFormat>
  <Paragraphs>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Proxima Nova</vt:lpstr>
      <vt:lpstr>Roboto</vt:lpstr>
      <vt:lpstr>Office Theme</vt:lpstr>
      <vt:lpstr>Kubernetes on-premise installation process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SecOps - Business Update​   Jan – 2024</dc:title>
  <dc:creator>Jiten bhalgama</dc:creator>
  <cp:lastModifiedBy>Bhavesh Panchal</cp:lastModifiedBy>
  <cp:revision>199</cp:revision>
  <dcterms:created xsi:type="dcterms:W3CDTF">2024-01-29T23:13:00Z</dcterms:created>
  <dcterms:modified xsi:type="dcterms:W3CDTF">2024-08-31T07:47:32Z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766604C9D23F4089AA4A96E3386BEFE5_13</vt:lpwstr>
  </property>
  <property fmtid="{D5CDD505-2E9C-101B-9397-08002B2CF9AE}" pid="3" name="KSOProductBuildVer">
    <vt:lpwstr>1033-12.2.0.13518</vt:lpwstr>
  </property>
</Properties>
</file>